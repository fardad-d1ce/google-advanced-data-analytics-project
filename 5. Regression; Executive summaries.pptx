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-54300" y="63675"/>
            <a:ext cx="788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oogle Sans SemiBold"/>
                <a:ea typeface="Google Sans SemiBold"/>
                <a:cs typeface="Google Sans SemiBold"/>
                <a:sym typeface="Google Sans SemiBold"/>
              </a:rPr>
              <a:t>User Churn Prediction | Regression Model</a:t>
            </a:r>
            <a:endParaRPr sz="2400"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80113" y="564864"/>
            <a:ext cx="70770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latin typeface="Google Sans"/>
                <a:ea typeface="Google Sans"/>
                <a:cs typeface="Google Sans"/>
                <a:sym typeface="Google Sans"/>
              </a:rPr>
              <a:t>Executive Summary</a:t>
            </a:r>
            <a:endParaRPr sz="1700" u="sng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Prepared for: Waze Leadership Team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6" name="Google Shape;416;p16" title="downloa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990" l="0" r="0" t="7990"/>
          <a:stretch/>
        </p:blipFill>
        <p:spPr>
          <a:xfrm>
            <a:off x="4668008" y="5830550"/>
            <a:ext cx="3006900" cy="2044800"/>
          </a:xfrm>
          <a:prstGeom prst="rect">
            <a:avLst/>
          </a:prstGeom>
        </p:spPr>
      </p:pic>
      <p:sp>
        <p:nvSpPr>
          <p:cNvPr id="417" name="Google Shape;417;p16"/>
          <p:cNvSpPr txBox="1"/>
          <p:nvPr/>
        </p:nvSpPr>
        <p:spPr>
          <a:xfrm>
            <a:off x="347688" y="1955489"/>
            <a:ext cx="70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Waze Leadership has asked the data team to construct a predictive model of user churn rates. This is part of a bigger plan to increase user retention and the overall growth of the 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company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347688" y="3356723"/>
            <a:ext cx="707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Data team have decided to conduct a logistic regression to analyze and predict user churn (0-1 variable) against other factors that are provided in the dataset.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Model assumptions were analyzed, and fixed were made to handle outliers: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Linearity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		- 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Independent observations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Multicollinearity	- No extreme outliers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Dataset was split into training and testing parts for model evaluation.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1" y="5174475"/>
            <a:ext cx="7468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The model was trained and validated with respect to several metric: Accuracy, Precision, Recall, etc.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Current dataset leads to a poor Recall criterion (7.5%), i.e. the model can only detect 7.5% of actual churns.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The model’s Precision is 54%, i.e. among all reported </a:t>
            </a:r>
            <a:br>
              <a:rPr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churns, 54% are actual churns.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Confusion matrix describes the model’ performance: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`activity_days` has the highest 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contribution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 to decreasing</a:t>
            </a:r>
            <a:br>
              <a:rPr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 of the churn, i.e. highest absolute coefficient.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-"/>
            </a:pP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Although `km_per_driving_day` has the highest 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correlation to the churn, it has almost no effect in the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model, which means it may interact with other factors </a:t>
            </a:r>
            <a:br>
              <a:rPr b="1" lang="en" sz="1200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in the 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overall</a:t>
            </a:r>
            <a:r>
              <a:rPr b="1" lang="en" sz="1200">
                <a:latin typeface="Google Sans"/>
                <a:ea typeface="Google Sans"/>
                <a:cs typeface="Google Sans"/>
                <a:sym typeface="Google Sans"/>
              </a:rPr>
              <a:t> influence.</a:t>
            </a:r>
            <a:endParaRPr b="1"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1931483" y="7920558"/>
            <a:ext cx="4590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285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➔"/>
            </a:pPr>
            <a:r>
              <a:rPr lang="en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Due to the model results, our team recommends using the key insights from this project milestone to guide further exploration. </a:t>
            </a:r>
            <a:endParaRPr sz="1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8575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Roboto"/>
              <a:buChar char="➔"/>
            </a:pPr>
            <a:r>
              <a:rPr lang="en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model should not be used to make significant business decisions; however, it has valuable insights insofar as it demonstrated a great need for additional data (features) that correlates with user churn, and also a possible need to better define the user profile Waze seeks to target in their aim to increase overall growth by preventing monthly user churn on the app.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7" name="Google Shape;427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8" name="Google Shape;428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9" name="Google Shape;429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30" name="Google Shape;430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1" name="Google Shape;431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7" name="Google Shape;437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8" name="Google Shape;438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0" name="Google Shape;440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41" name="Google Shape;441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8" name="Google Shape;448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9" name="Google Shape;449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50" name="Google Shape;450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1" name="Google Shape;451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7" name="Google Shape;457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8" name="Google Shape;458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9" name="Google Shape;459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6" name="Google Shape;466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7" name="Google Shape;467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8" name="Google Shape;468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74" name="Google Shape;474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