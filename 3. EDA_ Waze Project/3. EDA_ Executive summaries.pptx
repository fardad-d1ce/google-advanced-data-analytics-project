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Lst>
  <p:sldSz cy="10058400" cx="7772400"/>
  <p:notesSz cx="6858000" cy="9144000"/>
  <p:embeddedFontLst>
    <p:embeddedFont>
      <p:font typeface="Google Sans SemiBold"/>
      <p:regular r:id="rId14"/>
      <p:bold r:id="rId15"/>
      <p:italic r:id="rId16"/>
      <p:boldItalic r:id="rId17"/>
    </p:embeddedFont>
    <p:embeddedFont>
      <p:font typeface="Roboto"/>
      <p:regular r:id="rId18"/>
      <p:bold r:id="rId19"/>
      <p:italic r:id="rId20"/>
      <p:boldItalic r:id="rId21"/>
    </p:embeddedFont>
    <p:embeddedFont>
      <p:font typeface="PT Sans Narrow"/>
      <p:regular r:id="rId22"/>
      <p:bold r:id="rId23"/>
    </p:embeddedFont>
    <p:embeddedFont>
      <p:font typeface="Lato"/>
      <p:regular r:id="rId24"/>
      <p:bold r:id="rId25"/>
      <p:italic r:id="rId26"/>
      <p:boldItalic r:id="rId27"/>
    </p:embeddedFont>
    <p:embeddedFont>
      <p:font typeface="Google Sans"/>
      <p:regular r:id="rId28"/>
      <p:bold r:id="rId29"/>
      <p:italic r:id="rId30"/>
      <p:boldItalic r:id="rId31"/>
    </p:embeddedFont>
    <p:embeddedFont>
      <p:font typeface="Work Sa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68" orient="horz"/>
        <p:guide pos="2448"/>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22" Type="http://schemas.openxmlformats.org/officeDocument/2006/relationships/font" Target="fonts/PTSansNarrow-regular.fntdata"/><Relationship Id="rId21" Type="http://schemas.openxmlformats.org/officeDocument/2006/relationships/font" Target="fonts/Roboto-boldItalic.fntdata"/><Relationship Id="rId24" Type="http://schemas.openxmlformats.org/officeDocument/2006/relationships/font" Target="fonts/Lato-regular.fntdata"/><Relationship Id="rId23" Type="http://schemas.openxmlformats.org/officeDocument/2006/relationships/font" Target="fonts/PTSansNarrow-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Lato-italic.fntdata"/><Relationship Id="rId25" Type="http://schemas.openxmlformats.org/officeDocument/2006/relationships/font" Target="fonts/Lato-bold.fntdata"/><Relationship Id="rId28" Type="http://schemas.openxmlformats.org/officeDocument/2006/relationships/font" Target="fonts/GoogleSans-regular.fntdata"/><Relationship Id="rId27" Type="http://schemas.openxmlformats.org/officeDocument/2006/relationships/font" Target="fonts/Lato-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GoogleSans-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GoogleSans-boldItalic.fntdata"/><Relationship Id="rId30" Type="http://schemas.openxmlformats.org/officeDocument/2006/relationships/font" Target="fonts/GoogleSans-italic.fntdata"/><Relationship Id="rId11" Type="http://schemas.openxmlformats.org/officeDocument/2006/relationships/slide" Target="slides/slide5.xml"/><Relationship Id="rId33" Type="http://schemas.openxmlformats.org/officeDocument/2006/relationships/font" Target="fonts/WorkSans-bold.fntdata"/><Relationship Id="rId10" Type="http://schemas.openxmlformats.org/officeDocument/2006/relationships/slide" Target="slides/slide4.xml"/><Relationship Id="rId32" Type="http://schemas.openxmlformats.org/officeDocument/2006/relationships/font" Target="fonts/WorkSans-regular.fntdata"/><Relationship Id="rId13" Type="http://schemas.openxmlformats.org/officeDocument/2006/relationships/slide" Target="slides/slide7.xml"/><Relationship Id="rId35" Type="http://schemas.openxmlformats.org/officeDocument/2006/relationships/font" Target="fonts/WorkSans-boldItalic.fntdata"/><Relationship Id="rId12" Type="http://schemas.openxmlformats.org/officeDocument/2006/relationships/slide" Target="slides/slide6.xml"/><Relationship Id="rId34" Type="http://schemas.openxmlformats.org/officeDocument/2006/relationships/font" Target="fonts/WorkSans-italic.fntdata"/><Relationship Id="rId15" Type="http://schemas.openxmlformats.org/officeDocument/2006/relationships/font" Target="fonts/GoogleSansSemiBold-bold.fntdata"/><Relationship Id="rId14" Type="http://schemas.openxmlformats.org/officeDocument/2006/relationships/font" Target="fonts/GoogleSansSemiBold-regular.fntdata"/><Relationship Id="rId17" Type="http://schemas.openxmlformats.org/officeDocument/2006/relationships/font" Target="fonts/GoogleSansSemiBold-boldItalic.fntdata"/><Relationship Id="rId16" Type="http://schemas.openxmlformats.org/officeDocument/2006/relationships/font" Target="fonts/GoogleSansSemiBold-italic.fntdata"/><Relationship Id="rId19" Type="http://schemas.openxmlformats.org/officeDocument/2006/relationships/font" Target="fonts/Roboto-bold.fntdata"/><Relationship Id="rId1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1e3a6309cc6_3_311: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1e3a6309cc6_3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1e3a6309cc6_3_316: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1e3a6309cc6_3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1e3a6309cc6_3_322: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1e3a6309cc6_3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1e3a6309cc6_3_329: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1e3a6309cc6_3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e3a6309cc6_3_334: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e3a6309cc6_3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1e3a6309cc6_3_338: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1e3a6309cc6_3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1e3a6309cc6_3_343: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1e3a6309cc6_3_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1" type="title">
  <p:cSld name="TITLE">
    <p:spTree>
      <p:nvGrpSpPr>
        <p:cNvPr id="10"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16" name="Google Shape;16;p2"/>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cap="flat" cmpd="sng" w="9525">
            <a:solidFill>
              <a:srgbClr val="CCCCCC"/>
            </a:solidFill>
            <a:prstDash val="solid"/>
            <a:round/>
            <a:headEnd len="med" w="med" type="none"/>
            <a:tailEnd len="med" w="med" type="none"/>
          </a:ln>
        </p:spPr>
      </p:cxnSp>
      <p:cxnSp>
        <p:nvCxnSpPr>
          <p:cNvPr id="23" name="Google Shape;23;p2"/>
          <p:cNvCxnSpPr/>
          <p:nvPr/>
        </p:nvCxnSpPr>
        <p:spPr>
          <a:xfrm>
            <a:off x="7603480" y="1500381"/>
            <a:ext cx="0" cy="8590500"/>
          </a:xfrm>
          <a:prstGeom prst="straightConnector1">
            <a:avLst/>
          </a:prstGeom>
          <a:noFill/>
          <a:ln cap="flat" cmpd="sng" w="9525">
            <a:solidFill>
              <a:srgbClr val="CCCCCC"/>
            </a:solidFill>
            <a:prstDash val="solid"/>
            <a:round/>
            <a:headEnd len="med" w="med" type="none"/>
            <a:tailEnd len="med" w="med" type="none"/>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36" name="Google Shape;36;p2"/>
          <p:cNvGrpSpPr/>
          <p:nvPr/>
        </p:nvGrpSpPr>
        <p:grpSpPr>
          <a:xfrm>
            <a:off x="172055" y="1468890"/>
            <a:ext cx="7434543" cy="62982"/>
            <a:chOff x="1890075" y="5241175"/>
            <a:chExt cx="4240556" cy="257700"/>
          </a:xfrm>
        </p:grpSpPr>
        <p:sp>
          <p:nvSpPr>
            <p:cNvPr id="37" name="Google Shape;37;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8" name="Google Shape;38;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9" name="Google Shape;39;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40" name="Google Shape;40;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41" name="Google Shape;41;p2"/>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nvGrpSpPr>
          <p:cNvPr id="42" name="Google Shape;42;p2"/>
          <p:cNvGrpSpPr/>
          <p:nvPr/>
        </p:nvGrpSpPr>
        <p:grpSpPr>
          <a:xfrm>
            <a:off x="168930" y="2702615"/>
            <a:ext cx="7434543" cy="62982"/>
            <a:chOff x="1890075" y="5241175"/>
            <a:chExt cx="4240556" cy="257700"/>
          </a:xfrm>
        </p:grpSpPr>
        <p:sp>
          <p:nvSpPr>
            <p:cNvPr id="43" name="Google Shape;43;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44" name="Google Shape;44;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45" name="Google Shape;45;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46" name="Google Shape;46;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cxnSp>
        <p:nvCxnSpPr>
          <p:cNvPr id="47" name="Google Shape;47;p2"/>
          <p:cNvCxnSpPr>
            <a:stCxn id="37" idx="0"/>
          </p:cNvCxnSpPr>
          <p:nvPr/>
        </p:nvCxnSpPr>
        <p:spPr>
          <a:xfrm>
            <a:off x="172055" y="1500381"/>
            <a:ext cx="0" cy="8590500"/>
          </a:xfrm>
          <a:prstGeom prst="straightConnector1">
            <a:avLst/>
          </a:prstGeom>
          <a:noFill/>
          <a:ln cap="flat" cmpd="sng" w="9525">
            <a:solidFill>
              <a:srgbClr val="CCCCCC"/>
            </a:solidFill>
            <a:prstDash val="solid"/>
            <a:round/>
            <a:headEnd len="med" w="med" type="none"/>
            <a:tailEnd len="med" w="med" type="none"/>
          </a:ln>
        </p:spPr>
      </p:cxnSp>
      <p:cxnSp>
        <p:nvCxnSpPr>
          <p:cNvPr id="48" name="Google Shape;48;p2"/>
          <p:cNvCxnSpPr/>
          <p:nvPr/>
        </p:nvCxnSpPr>
        <p:spPr>
          <a:xfrm>
            <a:off x="7603480" y="1500381"/>
            <a:ext cx="0" cy="8590500"/>
          </a:xfrm>
          <a:prstGeom prst="straightConnector1">
            <a:avLst/>
          </a:prstGeom>
          <a:noFill/>
          <a:ln cap="flat" cmpd="sng" w="9525">
            <a:solidFill>
              <a:srgbClr val="CCCCCC"/>
            </a:solidFill>
            <a:prstDash val="solid"/>
            <a:round/>
            <a:headEnd len="med" w="med" type="none"/>
            <a:tailEnd len="med" w="med" type="none"/>
          </a:ln>
        </p:spPr>
      </p:cxnSp>
      <p:grpSp>
        <p:nvGrpSpPr>
          <p:cNvPr id="49" name="Google Shape;49;p2"/>
          <p:cNvGrpSpPr/>
          <p:nvPr/>
        </p:nvGrpSpPr>
        <p:grpSpPr>
          <a:xfrm>
            <a:off x="0" y="3413775"/>
            <a:ext cx="3530025" cy="746350"/>
            <a:chOff x="0" y="3156075"/>
            <a:chExt cx="3530025" cy="746350"/>
          </a:xfrm>
        </p:grpSpPr>
        <p:sp>
          <p:nvSpPr>
            <p:cNvPr id="50" name="Google Shape;50;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51" name="Google Shape;51;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52" name="Google Shape;52;p2"/>
          <p:cNvGrpSpPr/>
          <p:nvPr/>
        </p:nvGrpSpPr>
        <p:grpSpPr>
          <a:xfrm>
            <a:off x="3248850" y="2867100"/>
            <a:ext cx="4936034" cy="746350"/>
            <a:chOff x="0" y="3156075"/>
            <a:chExt cx="3530025" cy="746350"/>
          </a:xfrm>
        </p:grpSpPr>
        <p:sp>
          <p:nvSpPr>
            <p:cNvPr id="53" name="Google Shape;53;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54" name="Google Shape;54;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55" name="Google Shape;55;p2"/>
          <p:cNvGrpSpPr/>
          <p:nvPr/>
        </p:nvGrpSpPr>
        <p:grpSpPr>
          <a:xfrm>
            <a:off x="3248850" y="7166275"/>
            <a:ext cx="4936034" cy="746350"/>
            <a:chOff x="0" y="3156075"/>
            <a:chExt cx="3530025" cy="746350"/>
          </a:xfrm>
        </p:grpSpPr>
        <p:sp>
          <p:nvSpPr>
            <p:cNvPr id="56" name="Google Shape;56;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57" name="Google Shape;57;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58" name="Google Shape;58;p2"/>
          <p:cNvSpPr txBox="1"/>
          <p:nvPr/>
        </p:nvSpPr>
        <p:spPr>
          <a:xfrm>
            <a:off x="188700" y="3410750"/>
            <a:ext cx="3074400" cy="4632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59" name="Google Shape;59;p2"/>
          <p:cNvSpPr txBox="1"/>
          <p:nvPr/>
        </p:nvSpPr>
        <p:spPr>
          <a:xfrm>
            <a:off x="3263100" y="2852500"/>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60" name="Google Shape;60;p2"/>
          <p:cNvSpPr txBox="1"/>
          <p:nvPr/>
        </p:nvSpPr>
        <p:spPr>
          <a:xfrm>
            <a:off x="3263100" y="7164075"/>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61" name="Google Shape;61;p2"/>
          <p:cNvSpPr txBox="1"/>
          <p:nvPr/>
        </p:nvSpPr>
        <p:spPr>
          <a:xfrm>
            <a:off x="159875" y="441000"/>
            <a:ext cx="7458900" cy="5079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ctr">
              <a:spcBef>
                <a:spcPts val="0"/>
              </a:spcBef>
              <a:spcAft>
                <a:spcPts val="0"/>
              </a:spcAft>
              <a:buNone/>
            </a:pPr>
            <a:r>
              <a:rPr b="1" lang="en" sz="2100">
                <a:latin typeface="Google Sans"/>
                <a:ea typeface="Google Sans"/>
                <a:cs typeface="Google Sans"/>
                <a:sym typeface="Google Sans"/>
              </a:rPr>
              <a:t>Click here to edit title</a:t>
            </a:r>
            <a:endParaRPr b="1" sz="2100">
              <a:latin typeface="Google Sans"/>
              <a:ea typeface="Google Sans"/>
              <a:cs typeface="Google Sans"/>
              <a:sym typeface="Google Sans"/>
            </a:endParaRPr>
          </a:p>
        </p:txBody>
      </p:sp>
      <p:sp>
        <p:nvSpPr>
          <p:cNvPr id="62" name="Google Shape;62;p2"/>
          <p:cNvSpPr txBox="1"/>
          <p:nvPr/>
        </p:nvSpPr>
        <p:spPr>
          <a:xfrm>
            <a:off x="1763100" y="948050"/>
            <a:ext cx="42462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63" name="Google Shape;63;p2"/>
          <p:cNvSpPr/>
          <p:nvPr>
            <p:ph idx="2" type="pic"/>
          </p:nvPr>
        </p:nvSpPr>
        <p:spPr>
          <a:xfrm>
            <a:off x="4583375" y="3389400"/>
            <a:ext cx="3035400" cy="2495700"/>
          </a:xfrm>
          <a:prstGeom prst="rect">
            <a:avLst/>
          </a:prstGeom>
          <a:noFill/>
          <a:ln cap="flat" cmpd="sng" w="19050">
            <a:solidFill>
              <a:srgbClr val="000000"/>
            </a:solidFill>
            <a:prstDash val="solid"/>
            <a:round/>
            <a:headEnd len="sm" w="sm" type="none"/>
            <a:tailEnd len="sm" w="sm" type="none"/>
          </a:ln>
        </p:spPr>
      </p:sp>
      <p:sp>
        <p:nvSpPr>
          <p:cNvPr id="64" name="Google Shape;64;p2"/>
          <p:cNvSpPr txBox="1"/>
          <p:nvPr/>
        </p:nvSpPr>
        <p:spPr>
          <a:xfrm>
            <a:off x="4541175" y="5895125"/>
            <a:ext cx="30744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rPr i="1" lang="en" sz="1100">
                <a:latin typeface="Lato"/>
                <a:ea typeface="Lato"/>
                <a:cs typeface="Lato"/>
                <a:sym typeface="Lato"/>
              </a:rPr>
              <a:t>Image Alt-Text Here</a:t>
            </a:r>
            <a:endParaRPr i="1" sz="1100">
              <a:solidFill>
                <a:srgbClr val="000000"/>
              </a:solidFill>
              <a:latin typeface="Lato"/>
              <a:ea typeface="Lato"/>
              <a:cs typeface="Lato"/>
              <a:sym typeface="La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2">
  <p:cSld name="TITLE_1">
    <p:spTree>
      <p:nvGrpSpPr>
        <p:cNvPr id="65" name="Shape 65"/>
        <p:cNvGrpSpPr/>
        <p:nvPr/>
      </p:nvGrpSpPr>
      <p:grpSpPr>
        <a:xfrm>
          <a:off x="0" y="0"/>
          <a:ext cx="0" cy="0"/>
          <a:chOff x="0" y="0"/>
          <a:chExt cx="0" cy="0"/>
        </a:xfrm>
      </p:grpSpPr>
      <p:cxnSp>
        <p:nvCxnSpPr>
          <p:cNvPr id="66" name="Google Shape;66;p3"/>
          <p:cNvCxnSpPr/>
          <p:nvPr/>
        </p:nvCxnSpPr>
        <p:spPr>
          <a:xfrm>
            <a:off x="3049395" y="901911"/>
            <a:ext cx="0" cy="5924400"/>
          </a:xfrm>
          <a:prstGeom prst="straightConnector1">
            <a:avLst/>
          </a:prstGeom>
          <a:noFill/>
          <a:ln cap="flat" cmpd="sng" w="9525">
            <a:solidFill>
              <a:srgbClr val="CCCCCC"/>
            </a:solidFill>
            <a:prstDash val="solid"/>
            <a:round/>
            <a:headEnd len="med" w="med" type="none"/>
            <a:tailEnd len="med" w="med" type="none"/>
          </a:ln>
        </p:spPr>
      </p:cxnSp>
      <p:cxnSp>
        <p:nvCxnSpPr>
          <p:cNvPr id="67" name="Google Shape;67;p3"/>
          <p:cNvCxnSpPr>
            <a:stCxn id="68" idx="0"/>
          </p:cNvCxnSpPr>
          <p:nvPr/>
        </p:nvCxnSpPr>
        <p:spPr>
          <a:xfrm flipH="1">
            <a:off x="172045" y="903711"/>
            <a:ext cx="18300" cy="9187200"/>
          </a:xfrm>
          <a:prstGeom prst="straightConnector1">
            <a:avLst/>
          </a:prstGeom>
          <a:noFill/>
          <a:ln cap="flat" cmpd="sng" w="9525">
            <a:solidFill>
              <a:srgbClr val="CCCCCC"/>
            </a:solidFill>
            <a:prstDash val="solid"/>
            <a:round/>
            <a:headEnd len="med" w="med" type="none"/>
            <a:tailEnd len="med" w="med" type="none"/>
          </a:ln>
        </p:spPr>
      </p:cxnSp>
      <p:grpSp>
        <p:nvGrpSpPr>
          <p:cNvPr id="69" name="Google Shape;69;p3"/>
          <p:cNvGrpSpPr/>
          <p:nvPr/>
        </p:nvGrpSpPr>
        <p:grpSpPr>
          <a:xfrm>
            <a:off x="190345" y="900758"/>
            <a:ext cx="7581747" cy="5906"/>
            <a:chOff x="1890075" y="5241175"/>
            <a:chExt cx="4240556" cy="257700"/>
          </a:xfrm>
        </p:grpSpPr>
        <p:sp>
          <p:nvSpPr>
            <p:cNvPr id="68" name="Google Shape;68;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70" name="Google Shape;70;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71" name="Google Shape;71;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72" name="Google Shape;72;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73" name="Google Shape;73;p3"/>
          <p:cNvGrpSpPr/>
          <p:nvPr/>
        </p:nvGrpSpPr>
        <p:grpSpPr>
          <a:xfrm>
            <a:off x="190320" y="931759"/>
            <a:ext cx="7581691" cy="5901"/>
            <a:chOff x="1890075" y="5241175"/>
            <a:chExt cx="4240556" cy="257700"/>
          </a:xfrm>
        </p:grpSpPr>
        <p:sp>
          <p:nvSpPr>
            <p:cNvPr id="74" name="Google Shape;74;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75" name="Google Shape;75;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76" name="Google Shape;76;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77" name="Google Shape;77;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78" name="Google Shape;78;p3"/>
          <p:cNvSpPr/>
          <p:nvPr/>
        </p:nvSpPr>
        <p:spPr>
          <a:xfrm rot="248910">
            <a:off x="7469568" y="-16320"/>
            <a:ext cx="1791494" cy="10540289"/>
          </a:xfrm>
          <a:prstGeom prst="rtTriangle">
            <a:avLst/>
          </a:prstGeom>
          <a:solidFill>
            <a:srgbClr val="B7B7B7"/>
          </a:solidFill>
          <a:ln cap="flat" cmpd="sng" w="9525">
            <a:solidFill>
              <a:srgbClr val="CFB9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CFB991"/>
              </a:solidFill>
            </a:endParaRPr>
          </a:p>
        </p:txBody>
      </p:sp>
      <p:sp>
        <p:nvSpPr>
          <p:cNvPr id="79" name="Google Shape;79;p3"/>
          <p:cNvSpPr/>
          <p:nvPr>
            <p:ph idx="2" type="pic"/>
          </p:nvPr>
        </p:nvSpPr>
        <p:spPr>
          <a:xfrm>
            <a:off x="3552088" y="1473363"/>
            <a:ext cx="3035400" cy="2495700"/>
          </a:xfrm>
          <a:prstGeom prst="rect">
            <a:avLst/>
          </a:prstGeom>
          <a:noFill/>
          <a:ln cap="flat" cmpd="sng" w="19050">
            <a:solidFill>
              <a:srgbClr val="000000"/>
            </a:solidFill>
            <a:prstDash val="solid"/>
            <a:round/>
            <a:headEnd len="sm" w="sm" type="none"/>
            <a:tailEnd len="sm" w="sm" type="none"/>
          </a:ln>
        </p:spPr>
      </p:sp>
      <p:sp>
        <p:nvSpPr>
          <p:cNvPr id="80" name="Google Shape;80;p3"/>
          <p:cNvSpPr txBox="1"/>
          <p:nvPr/>
        </p:nvSpPr>
        <p:spPr>
          <a:xfrm>
            <a:off x="510050" y="9659903"/>
            <a:ext cx="30816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t/>
            </a:r>
            <a:endParaRPr i="1" sz="1100">
              <a:solidFill>
                <a:srgbClr val="000000"/>
              </a:solidFill>
              <a:latin typeface="Calibri"/>
              <a:ea typeface="Calibri"/>
              <a:cs typeface="Calibri"/>
              <a:sym typeface="Calibri"/>
            </a:endParaRPr>
          </a:p>
        </p:txBody>
      </p:sp>
      <p:sp>
        <p:nvSpPr>
          <p:cNvPr id="81" name="Google Shape;81;p3"/>
          <p:cNvSpPr/>
          <p:nvPr/>
        </p:nvSpPr>
        <p:spPr>
          <a:xfrm>
            <a:off x="190350" y="7617450"/>
            <a:ext cx="7581600" cy="2264100"/>
          </a:xfrm>
          <a:prstGeom prst="rect">
            <a:avLst/>
          </a:prstGeom>
          <a:solidFill>
            <a:srgbClr val="CCCC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2" name="Google Shape;82;p3"/>
          <p:cNvCxnSpPr/>
          <p:nvPr/>
        </p:nvCxnSpPr>
        <p:spPr>
          <a:xfrm flipH="1">
            <a:off x="3028995" y="901911"/>
            <a:ext cx="20400" cy="8834400"/>
          </a:xfrm>
          <a:prstGeom prst="straightConnector1">
            <a:avLst/>
          </a:prstGeom>
          <a:noFill/>
          <a:ln cap="flat" cmpd="sng" w="9525">
            <a:solidFill>
              <a:srgbClr val="CCCCCC"/>
            </a:solidFill>
            <a:prstDash val="solid"/>
            <a:round/>
            <a:headEnd len="med" w="med" type="none"/>
            <a:tailEnd len="med" w="med" type="none"/>
          </a:ln>
        </p:spPr>
      </p:cxnSp>
      <p:cxnSp>
        <p:nvCxnSpPr>
          <p:cNvPr id="83" name="Google Shape;83;p3"/>
          <p:cNvCxnSpPr>
            <a:stCxn id="84" idx="0"/>
          </p:cNvCxnSpPr>
          <p:nvPr/>
        </p:nvCxnSpPr>
        <p:spPr>
          <a:xfrm flipH="1">
            <a:off x="172020" y="903608"/>
            <a:ext cx="18300" cy="9187200"/>
          </a:xfrm>
          <a:prstGeom prst="straightConnector1">
            <a:avLst/>
          </a:prstGeom>
          <a:noFill/>
          <a:ln cap="flat" cmpd="sng" w="9525">
            <a:solidFill>
              <a:srgbClr val="CCCCCC"/>
            </a:solidFill>
            <a:prstDash val="solid"/>
            <a:round/>
            <a:headEnd len="med" w="med" type="none"/>
            <a:tailEnd len="med" w="med" type="none"/>
          </a:ln>
        </p:spPr>
      </p:cxnSp>
      <p:grpSp>
        <p:nvGrpSpPr>
          <p:cNvPr id="85" name="Google Shape;85;p3"/>
          <p:cNvGrpSpPr/>
          <p:nvPr/>
        </p:nvGrpSpPr>
        <p:grpSpPr>
          <a:xfrm>
            <a:off x="190320" y="900657"/>
            <a:ext cx="7581691" cy="5901"/>
            <a:chOff x="1890075" y="5241175"/>
            <a:chExt cx="4240556" cy="257700"/>
          </a:xfrm>
        </p:grpSpPr>
        <p:sp>
          <p:nvSpPr>
            <p:cNvPr id="84" name="Google Shape;84;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86" name="Google Shape;86;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87" name="Google Shape;87;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88" name="Google Shape;88;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89" name="Google Shape;89;p3"/>
          <p:cNvGrpSpPr/>
          <p:nvPr/>
        </p:nvGrpSpPr>
        <p:grpSpPr>
          <a:xfrm>
            <a:off x="190320" y="931759"/>
            <a:ext cx="7581691" cy="5901"/>
            <a:chOff x="1890075" y="5241175"/>
            <a:chExt cx="4240556" cy="257700"/>
          </a:xfrm>
        </p:grpSpPr>
        <p:sp>
          <p:nvSpPr>
            <p:cNvPr id="90" name="Google Shape;90;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91" name="Google Shape;91;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92" name="Google Shape;92;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93" name="Google Shape;93;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94" name="Google Shape;94;p3"/>
          <p:cNvSpPr/>
          <p:nvPr/>
        </p:nvSpPr>
        <p:spPr>
          <a:xfrm rot="248910">
            <a:off x="7469568" y="-16320"/>
            <a:ext cx="1791494" cy="10540289"/>
          </a:xfrm>
          <a:prstGeom prst="rtTriangle">
            <a:avLst/>
          </a:prstGeom>
          <a:solidFill>
            <a:srgbClr val="B7B7B7"/>
          </a:solidFill>
          <a:ln cap="flat" cmpd="sng" w="9525">
            <a:solidFill>
              <a:srgbClr val="CFB9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CFB991"/>
              </a:solidFill>
            </a:endParaRPr>
          </a:p>
        </p:txBody>
      </p:sp>
      <p:sp>
        <p:nvSpPr>
          <p:cNvPr id="95" name="Google Shape;95;p3"/>
          <p:cNvSpPr txBox="1"/>
          <p:nvPr/>
        </p:nvSpPr>
        <p:spPr>
          <a:xfrm>
            <a:off x="290394" y="9345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96" name="Google Shape;96;p3"/>
          <p:cNvGrpSpPr/>
          <p:nvPr/>
        </p:nvGrpSpPr>
        <p:grpSpPr>
          <a:xfrm>
            <a:off x="172024" y="1040825"/>
            <a:ext cx="137818" cy="187200"/>
            <a:chOff x="507100" y="1997600"/>
            <a:chExt cx="158375" cy="187200"/>
          </a:xfrm>
        </p:grpSpPr>
        <p:sp>
          <p:nvSpPr>
            <p:cNvPr id="97" name="Google Shape;97;p3"/>
            <p:cNvSpPr/>
            <p:nvPr/>
          </p:nvSpPr>
          <p:spPr>
            <a:xfrm>
              <a:off x="529575" y="1997600"/>
              <a:ext cx="135900" cy="187200"/>
            </a:xfrm>
            <a:prstGeom prst="chevron">
              <a:avLst>
                <a:gd fmla="val 50000" name="adj"/>
              </a:avLst>
            </a:prstGeom>
            <a:solidFill>
              <a:srgbClr val="00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507100" y="2017025"/>
              <a:ext cx="135900" cy="146700"/>
            </a:xfrm>
            <a:prstGeom prst="chevron">
              <a:avLst>
                <a:gd fmla="val 50000" name="adj"/>
              </a:avLst>
            </a:prstGeom>
            <a:solidFill>
              <a:srgbClr val="0000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 name="Google Shape;99;p3"/>
          <p:cNvSpPr txBox="1"/>
          <p:nvPr/>
        </p:nvSpPr>
        <p:spPr>
          <a:xfrm>
            <a:off x="308719" y="28014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100" name="Google Shape;100;p3"/>
          <p:cNvGrpSpPr/>
          <p:nvPr/>
        </p:nvGrpSpPr>
        <p:grpSpPr>
          <a:xfrm>
            <a:off x="190349" y="2907725"/>
            <a:ext cx="137818" cy="187200"/>
            <a:chOff x="507100" y="1540400"/>
            <a:chExt cx="158375" cy="187200"/>
          </a:xfrm>
        </p:grpSpPr>
        <p:sp>
          <p:nvSpPr>
            <p:cNvPr id="101" name="Google Shape;101;p3"/>
            <p:cNvSpPr/>
            <p:nvPr/>
          </p:nvSpPr>
          <p:spPr>
            <a:xfrm>
              <a:off x="529575" y="1540400"/>
              <a:ext cx="135900" cy="187200"/>
            </a:xfrm>
            <a:prstGeom prst="chevron">
              <a:avLst>
                <a:gd fmla="val 50000" name="adj"/>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a:off x="507100" y="1559825"/>
              <a:ext cx="135900" cy="146700"/>
            </a:xfrm>
            <a:prstGeom prst="chevron">
              <a:avLst>
                <a:gd fmla="val 50000" name="adj"/>
              </a:avLst>
            </a:prstGeom>
            <a:solidFill>
              <a:srgbClr val="FF0000"/>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3"/>
          <p:cNvSpPr txBox="1"/>
          <p:nvPr/>
        </p:nvSpPr>
        <p:spPr>
          <a:xfrm>
            <a:off x="290394" y="5399875"/>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104" name="Google Shape;104;p3"/>
          <p:cNvGrpSpPr/>
          <p:nvPr/>
        </p:nvGrpSpPr>
        <p:grpSpPr>
          <a:xfrm>
            <a:off x="172024" y="5506200"/>
            <a:ext cx="137818" cy="187200"/>
            <a:chOff x="507100" y="1997600"/>
            <a:chExt cx="158375" cy="187200"/>
          </a:xfrm>
        </p:grpSpPr>
        <p:sp>
          <p:nvSpPr>
            <p:cNvPr id="105" name="Google Shape;105;p3"/>
            <p:cNvSpPr/>
            <p:nvPr/>
          </p:nvSpPr>
          <p:spPr>
            <a:xfrm>
              <a:off x="529575" y="1997600"/>
              <a:ext cx="135900" cy="187200"/>
            </a:xfrm>
            <a:prstGeom prst="chevron">
              <a:avLst>
                <a:gd fmla="val 50000" name="adj"/>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p:nvPr/>
          </p:nvSpPr>
          <p:spPr>
            <a:xfrm>
              <a:off x="507100" y="2017025"/>
              <a:ext cx="135900" cy="146700"/>
            </a:xfrm>
            <a:prstGeom prst="chevron">
              <a:avLst>
                <a:gd fmla="val 50000" name="adj"/>
              </a:avLst>
            </a:prstGeom>
            <a:solidFill>
              <a:srgbClr val="FFFF00"/>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 name="Google Shape;107;p3"/>
          <p:cNvSpPr txBox="1"/>
          <p:nvPr/>
        </p:nvSpPr>
        <p:spPr>
          <a:xfrm>
            <a:off x="-2480800" y="9126503"/>
            <a:ext cx="30816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t/>
            </a:r>
            <a:endParaRPr i="1" sz="1100">
              <a:solidFill>
                <a:srgbClr val="000000"/>
              </a:solidFill>
              <a:latin typeface="Calibri"/>
              <a:ea typeface="Calibri"/>
              <a:cs typeface="Calibri"/>
              <a:sym typeface="Calibri"/>
            </a:endParaRPr>
          </a:p>
        </p:txBody>
      </p:sp>
      <p:sp>
        <p:nvSpPr>
          <p:cNvPr id="108" name="Google Shape;108;p3"/>
          <p:cNvSpPr txBox="1"/>
          <p:nvPr/>
        </p:nvSpPr>
        <p:spPr>
          <a:xfrm>
            <a:off x="315596" y="7502355"/>
            <a:ext cx="62733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109" name="Google Shape;109;p3"/>
          <p:cNvGrpSpPr/>
          <p:nvPr/>
        </p:nvGrpSpPr>
        <p:grpSpPr>
          <a:xfrm>
            <a:off x="172024" y="7607808"/>
            <a:ext cx="137818" cy="187200"/>
            <a:chOff x="507100" y="1997600"/>
            <a:chExt cx="158375" cy="187200"/>
          </a:xfrm>
        </p:grpSpPr>
        <p:sp>
          <p:nvSpPr>
            <p:cNvPr id="110" name="Google Shape;110;p3"/>
            <p:cNvSpPr/>
            <p:nvPr/>
          </p:nvSpPr>
          <p:spPr>
            <a:xfrm>
              <a:off x="529575" y="1997600"/>
              <a:ext cx="135900" cy="187200"/>
            </a:xfrm>
            <a:prstGeom prst="chevron">
              <a:avLst>
                <a:gd fmla="val 50000" name="adj"/>
              </a:avLst>
            </a:prstGeom>
            <a:solidFill>
              <a:srgbClr val="38761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507100" y="2017025"/>
              <a:ext cx="135900" cy="146700"/>
            </a:xfrm>
            <a:prstGeom prst="chevron">
              <a:avLst>
                <a:gd fmla="val 50000" name="adj"/>
              </a:avLst>
            </a:prstGeom>
            <a:solidFill>
              <a:srgbClr val="38761D"/>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 name="Google Shape;112;p3"/>
          <p:cNvSpPr/>
          <p:nvPr>
            <p:ph idx="3" type="pic"/>
          </p:nvPr>
        </p:nvSpPr>
        <p:spPr>
          <a:xfrm>
            <a:off x="4054775" y="4659950"/>
            <a:ext cx="3035400" cy="2495700"/>
          </a:xfrm>
          <a:prstGeom prst="rect">
            <a:avLst/>
          </a:prstGeom>
          <a:noFill/>
          <a:ln cap="flat" cmpd="sng" w="19050">
            <a:solidFill>
              <a:srgbClr val="000000"/>
            </a:solidFill>
            <a:prstDash val="solid"/>
            <a:round/>
            <a:headEnd len="sm" w="sm" type="none"/>
            <a:tailEnd len="sm" w="sm" type="none"/>
          </a:ln>
        </p:spPr>
      </p:sp>
      <p:sp>
        <p:nvSpPr>
          <p:cNvPr id="113" name="Google Shape;113;p3"/>
          <p:cNvSpPr txBox="1"/>
          <p:nvPr/>
        </p:nvSpPr>
        <p:spPr>
          <a:xfrm>
            <a:off x="159875" y="60000"/>
            <a:ext cx="7458900" cy="5079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ctr">
              <a:spcBef>
                <a:spcPts val="0"/>
              </a:spcBef>
              <a:spcAft>
                <a:spcPts val="0"/>
              </a:spcAft>
              <a:buNone/>
            </a:pPr>
            <a:r>
              <a:rPr b="1" lang="en" sz="2100">
                <a:latin typeface="Google Sans"/>
                <a:ea typeface="Google Sans"/>
                <a:cs typeface="Google Sans"/>
                <a:sym typeface="Google Sans"/>
              </a:rPr>
              <a:t>Click here to edit title</a:t>
            </a:r>
            <a:endParaRPr b="1" sz="2100">
              <a:latin typeface="Google Sans"/>
              <a:ea typeface="Google Sans"/>
              <a:cs typeface="Google Sans"/>
              <a:sym typeface="Google Sans"/>
            </a:endParaRPr>
          </a:p>
        </p:txBody>
      </p:sp>
      <p:sp>
        <p:nvSpPr>
          <p:cNvPr id="114" name="Google Shape;114;p3"/>
          <p:cNvSpPr txBox="1"/>
          <p:nvPr/>
        </p:nvSpPr>
        <p:spPr>
          <a:xfrm>
            <a:off x="1763100" y="490850"/>
            <a:ext cx="42462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15" name="Google Shape;115;p3"/>
          <p:cNvSpPr txBox="1"/>
          <p:nvPr/>
        </p:nvSpPr>
        <p:spPr>
          <a:xfrm>
            <a:off x="3483688" y="4038750"/>
            <a:ext cx="31722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rPr i="1" lang="en" sz="1100">
                <a:latin typeface="Lato"/>
                <a:ea typeface="Lato"/>
                <a:cs typeface="Lato"/>
                <a:sym typeface="Lato"/>
              </a:rPr>
              <a:t>Image Alt-Text Here</a:t>
            </a:r>
            <a:endParaRPr i="1" sz="1100">
              <a:solidFill>
                <a:srgbClr val="000000"/>
              </a:solidFill>
              <a:latin typeface="Lato"/>
              <a:ea typeface="Lato"/>
              <a:cs typeface="Lato"/>
              <a:sym typeface="Lato"/>
            </a:endParaRPr>
          </a:p>
        </p:txBody>
      </p:sp>
      <p:sp>
        <p:nvSpPr>
          <p:cNvPr id="116" name="Google Shape;116;p3"/>
          <p:cNvSpPr txBox="1"/>
          <p:nvPr/>
        </p:nvSpPr>
        <p:spPr>
          <a:xfrm>
            <a:off x="3986375" y="7186500"/>
            <a:ext cx="31722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rPr i="1" lang="en" sz="1100">
                <a:latin typeface="Lato"/>
                <a:ea typeface="Lato"/>
                <a:cs typeface="Lato"/>
                <a:sym typeface="Lato"/>
              </a:rPr>
              <a:t>Image Alt-Text Here</a:t>
            </a:r>
            <a:endParaRPr i="1" sz="1100">
              <a:solidFill>
                <a:srgbClr val="000000"/>
              </a:solidFill>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3">
  <p:cSld name="CUSTOM_2_1">
    <p:spTree>
      <p:nvGrpSpPr>
        <p:cNvPr id="117" name="Shape 117"/>
        <p:cNvGrpSpPr/>
        <p:nvPr/>
      </p:nvGrpSpPr>
      <p:grpSpPr>
        <a:xfrm>
          <a:off x="0" y="0"/>
          <a:ext cx="0" cy="0"/>
          <a:chOff x="0" y="0"/>
          <a:chExt cx="0" cy="0"/>
        </a:xfrm>
      </p:grpSpPr>
      <p:cxnSp>
        <p:nvCxnSpPr>
          <p:cNvPr id="118" name="Google Shape;118;p4"/>
          <p:cNvCxnSpPr/>
          <p:nvPr/>
        </p:nvCxnSpPr>
        <p:spPr>
          <a:xfrm>
            <a:off x="417963" y="311025"/>
            <a:ext cx="28200" cy="8777100"/>
          </a:xfrm>
          <a:prstGeom prst="straightConnector1">
            <a:avLst/>
          </a:prstGeom>
          <a:noFill/>
          <a:ln cap="flat" cmpd="sng" w="9525">
            <a:solidFill>
              <a:srgbClr val="B7B7B7"/>
            </a:solidFill>
            <a:prstDash val="solid"/>
            <a:round/>
            <a:headEnd len="med" w="med" type="none"/>
            <a:tailEnd len="med" w="med" type="none"/>
          </a:ln>
        </p:spPr>
      </p:cxnSp>
      <p:grpSp>
        <p:nvGrpSpPr>
          <p:cNvPr id="119" name="Google Shape;119;p4"/>
          <p:cNvGrpSpPr/>
          <p:nvPr/>
        </p:nvGrpSpPr>
        <p:grpSpPr>
          <a:xfrm>
            <a:off x="404725" y="1300475"/>
            <a:ext cx="6908400" cy="72025"/>
            <a:chOff x="404725" y="1681475"/>
            <a:chExt cx="6908400" cy="72025"/>
          </a:xfrm>
        </p:grpSpPr>
        <p:cxnSp>
          <p:nvCxnSpPr>
            <p:cNvPr id="120" name="Google Shape;120;p4"/>
            <p:cNvCxnSpPr/>
            <p:nvPr/>
          </p:nvCxnSpPr>
          <p:spPr>
            <a:xfrm flipH="1" rot="10800000">
              <a:off x="404725" y="1681475"/>
              <a:ext cx="6908400" cy="16800"/>
            </a:xfrm>
            <a:prstGeom prst="straightConnector1">
              <a:avLst/>
            </a:prstGeom>
            <a:noFill/>
            <a:ln cap="flat" cmpd="sng" w="38100">
              <a:solidFill>
                <a:srgbClr val="666666"/>
              </a:solidFill>
              <a:prstDash val="solid"/>
              <a:round/>
              <a:headEnd len="med" w="med" type="none"/>
              <a:tailEnd len="med" w="med" type="none"/>
            </a:ln>
          </p:spPr>
        </p:cxnSp>
        <p:cxnSp>
          <p:nvCxnSpPr>
            <p:cNvPr id="121" name="Google Shape;121;p4"/>
            <p:cNvCxnSpPr/>
            <p:nvPr/>
          </p:nvCxnSpPr>
          <p:spPr>
            <a:xfrm flipH="1" rot="10800000">
              <a:off x="404725" y="1736700"/>
              <a:ext cx="6908400" cy="16800"/>
            </a:xfrm>
            <a:prstGeom prst="straightConnector1">
              <a:avLst/>
            </a:prstGeom>
            <a:noFill/>
            <a:ln cap="flat" cmpd="sng" w="38100">
              <a:solidFill>
                <a:srgbClr val="666666"/>
              </a:solidFill>
              <a:prstDash val="solid"/>
              <a:round/>
              <a:headEnd len="med" w="med" type="none"/>
              <a:tailEnd len="med" w="med" type="none"/>
            </a:ln>
          </p:spPr>
        </p:cxnSp>
      </p:grpSp>
      <p:cxnSp>
        <p:nvCxnSpPr>
          <p:cNvPr id="122" name="Google Shape;122;p4"/>
          <p:cNvCxnSpPr/>
          <p:nvPr/>
        </p:nvCxnSpPr>
        <p:spPr>
          <a:xfrm>
            <a:off x="7326238" y="6225"/>
            <a:ext cx="28200" cy="8777100"/>
          </a:xfrm>
          <a:prstGeom prst="straightConnector1">
            <a:avLst/>
          </a:prstGeom>
          <a:noFill/>
          <a:ln cap="flat" cmpd="sng" w="9525">
            <a:solidFill>
              <a:srgbClr val="B7B7B7"/>
            </a:solidFill>
            <a:prstDash val="solid"/>
            <a:round/>
            <a:headEnd len="med" w="med" type="none"/>
            <a:tailEnd len="med" w="med" type="none"/>
          </a:ln>
        </p:spPr>
      </p:cxnSp>
      <p:cxnSp>
        <p:nvCxnSpPr>
          <p:cNvPr id="123" name="Google Shape;123;p4"/>
          <p:cNvCxnSpPr/>
          <p:nvPr/>
        </p:nvCxnSpPr>
        <p:spPr>
          <a:xfrm rot="10800000">
            <a:off x="438150" y="3276600"/>
            <a:ext cx="6896100" cy="0"/>
          </a:xfrm>
          <a:prstGeom prst="straightConnector1">
            <a:avLst/>
          </a:prstGeom>
          <a:noFill/>
          <a:ln cap="flat" cmpd="sng" w="9525">
            <a:solidFill>
              <a:srgbClr val="CCCCCC"/>
            </a:solidFill>
            <a:prstDash val="solid"/>
            <a:round/>
            <a:headEnd len="med" w="med" type="none"/>
            <a:tailEnd len="med" w="med" type="none"/>
          </a:ln>
        </p:spPr>
      </p:cxnSp>
      <p:cxnSp>
        <p:nvCxnSpPr>
          <p:cNvPr id="124" name="Google Shape;124;p4"/>
          <p:cNvCxnSpPr/>
          <p:nvPr/>
        </p:nvCxnSpPr>
        <p:spPr>
          <a:xfrm>
            <a:off x="3861475" y="3505200"/>
            <a:ext cx="0" cy="5611800"/>
          </a:xfrm>
          <a:prstGeom prst="straightConnector1">
            <a:avLst/>
          </a:prstGeom>
          <a:noFill/>
          <a:ln cap="flat" cmpd="sng" w="9525">
            <a:solidFill>
              <a:srgbClr val="B7B7B7"/>
            </a:solidFill>
            <a:prstDash val="solid"/>
            <a:round/>
            <a:headEnd len="med" w="med" type="none"/>
            <a:tailEnd len="med" w="med" type="none"/>
          </a:ln>
        </p:spPr>
      </p:cxnSp>
      <p:grpSp>
        <p:nvGrpSpPr>
          <p:cNvPr id="125" name="Google Shape;125;p4"/>
          <p:cNvGrpSpPr/>
          <p:nvPr/>
        </p:nvGrpSpPr>
        <p:grpSpPr>
          <a:xfrm>
            <a:off x="417975" y="1504250"/>
            <a:ext cx="2357775" cy="410125"/>
            <a:chOff x="417975" y="1885250"/>
            <a:chExt cx="2357775" cy="410125"/>
          </a:xfrm>
        </p:grpSpPr>
        <p:sp>
          <p:nvSpPr>
            <p:cNvPr id="126" name="Google Shape;126;p4"/>
            <p:cNvSpPr/>
            <p:nvPr/>
          </p:nvSpPr>
          <p:spPr>
            <a:xfrm>
              <a:off x="417975" y="1885250"/>
              <a:ext cx="2020800" cy="410100"/>
            </a:xfrm>
            <a:prstGeom prst="rect">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rot="10800000">
              <a:off x="2236350" y="1885875"/>
              <a:ext cx="539400" cy="409500"/>
            </a:xfrm>
            <a:prstGeom prst="chevron">
              <a:avLst>
                <a:gd fmla="val 50000" name="adj"/>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446175" y="1905300"/>
              <a:ext cx="1946700" cy="364200"/>
            </a:xfrm>
            <a:prstGeom prst="rect">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rot="10800000">
              <a:off x="2198100" y="1906000"/>
              <a:ext cx="519600" cy="363600"/>
            </a:xfrm>
            <a:prstGeom prst="chevron">
              <a:avLst>
                <a:gd fmla="val 50000" name="adj"/>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 name="Google Shape;130;p4"/>
          <p:cNvGrpSpPr/>
          <p:nvPr/>
        </p:nvGrpSpPr>
        <p:grpSpPr>
          <a:xfrm>
            <a:off x="417975" y="3276600"/>
            <a:ext cx="2357775" cy="410125"/>
            <a:chOff x="265575" y="3352800"/>
            <a:chExt cx="2357775" cy="410125"/>
          </a:xfrm>
        </p:grpSpPr>
        <p:sp>
          <p:nvSpPr>
            <p:cNvPr id="131" name="Google Shape;131;p4"/>
            <p:cNvSpPr/>
            <p:nvPr/>
          </p:nvSpPr>
          <p:spPr>
            <a:xfrm>
              <a:off x="265575" y="3352800"/>
              <a:ext cx="2020800" cy="410100"/>
            </a:xfrm>
            <a:prstGeom prst="rect">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rot="10800000">
              <a:off x="2083950" y="3353425"/>
              <a:ext cx="539400" cy="409500"/>
            </a:xfrm>
            <a:prstGeom prst="chevron">
              <a:avLst>
                <a:gd fmla="val 50000" name="adj"/>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293775" y="3372850"/>
              <a:ext cx="1946700" cy="364200"/>
            </a:xfrm>
            <a:prstGeom prst="rect">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rot="10800000">
              <a:off x="2045700" y="3373550"/>
              <a:ext cx="519600" cy="363600"/>
            </a:xfrm>
            <a:prstGeom prst="chevron">
              <a:avLst>
                <a:gd fmla="val 50000" name="adj"/>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 name="Google Shape;135;p4"/>
          <p:cNvGrpSpPr/>
          <p:nvPr/>
        </p:nvGrpSpPr>
        <p:grpSpPr>
          <a:xfrm>
            <a:off x="3872044" y="3276600"/>
            <a:ext cx="2747987" cy="410125"/>
            <a:chOff x="3567313" y="3200400"/>
            <a:chExt cx="2357775" cy="410125"/>
          </a:xfrm>
        </p:grpSpPr>
        <p:sp>
          <p:nvSpPr>
            <p:cNvPr id="136" name="Google Shape;136;p4"/>
            <p:cNvSpPr/>
            <p:nvPr/>
          </p:nvSpPr>
          <p:spPr>
            <a:xfrm>
              <a:off x="3567313" y="3200400"/>
              <a:ext cx="2020800" cy="410100"/>
            </a:xfrm>
            <a:prstGeom prst="rect">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rot="10800000">
              <a:off x="5385688" y="3201025"/>
              <a:ext cx="539400" cy="409500"/>
            </a:xfrm>
            <a:prstGeom prst="chevron">
              <a:avLst>
                <a:gd fmla="val 50000" name="adj"/>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3595513" y="3220450"/>
              <a:ext cx="1946700" cy="364200"/>
            </a:xfrm>
            <a:prstGeom prst="rect">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rot="10800000">
              <a:off x="5393639" y="3221150"/>
              <a:ext cx="473400" cy="363600"/>
            </a:xfrm>
            <a:prstGeom prst="chevron">
              <a:avLst>
                <a:gd fmla="val 50000" name="adj"/>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 name="Google Shape;140;p4"/>
          <p:cNvGrpSpPr/>
          <p:nvPr/>
        </p:nvGrpSpPr>
        <p:grpSpPr>
          <a:xfrm>
            <a:off x="417963" y="6597750"/>
            <a:ext cx="2357775" cy="410125"/>
            <a:chOff x="-39237" y="6140550"/>
            <a:chExt cx="2357775" cy="410125"/>
          </a:xfrm>
        </p:grpSpPr>
        <p:sp>
          <p:nvSpPr>
            <p:cNvPr id="141" name="Google Shape;141;p4"/>
            <p:cNvSpPr/>
            <p:nvPr/>
          </p:nvSpPr>
          <p:spPr>
            <a:xfrm>
              <a:off x="-39237" y="6140550"/>
              <a:ext cx="2020800" cy="410100"/>
            </a:xfrm>
            <a:prstGeom prst="rect">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rot="10800000">
              <a:off x="1779138" y="6141175"/>
              <a:ext cx="539400" cy="409500"/>
            </a:xfrm>
            <a:prstGeom prst="chevron">
              <a:avLst>
                <a:gd fmla="val 50000" name="adj"/>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11037" y="6160600"/>
              <a:ext cx="1946700" cy="364200"/>
            </a:xfrm>
            <a:prstGeom prst="rect">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rot="10800000">
              <a:off x="1740888" y="6161300"/>
              <a:ext cx="519600" cy="363600"/>
            </a:xfrm>
            <a:prstGeom prst="chevron">
              <a:avLst>
                <a:gd fmla="val 50000" name="adj"/>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5" name="Google Shape;145;p4"/>
          <p:cNvSpPr txBox="1"/>
          <p:nvPr/>
        </p:nvSpPr>
        <p:spPr>
          <a:xfrm>
            <a:off x="402100" y="1527525"/>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46" name="Google Shape;146;p4"/>
          <p:cNvSpPr txBox="1"/>
          <p:nvPr/>
        </p:nvSpPr>
        <p:spPr>
          <a:xfrm>
            <a:off x="476200" y="3276599"/>
            <a:ext cx="179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47" name="Google Shape;147;p4"/>
          <p:cNvSpPr txBox="1"/>
          <p:nvPr/>
        </p:nvSpPr>
        <p:spPr>
          <a:xfrm>
            <a:off x="623225" y="6602713"/>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48" name="Google Shape;148;p4"/>
          <p:cNvSpPr txBox="1"/>
          <p:nvPr/>
        </p:nvSpPr>
        <p:spPr>
          <a:xfrm>
            <a:off x="3848750" y="3276600"/>
            <a:ext cx="167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49" name="Google Shape;149;p4"/>
          <p:cNvSpPr txBox="1"/>
          <p:nvPr/>
        </p:nvSpPr>
        <p:spPr>
          <a:xfrm>
            <a:off x="413425" y="1939675"/>
            <a:ext cx="6896100" cy="1027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sz="1200">
              <a:solidFill>
                <a:srgbClr val="595959"/>
              </a:solidFill>
              <a:latin typeface="Google Sans"/>
              <a:ea typeface="Google Sans"/>
              <a:cs typeface="Google Sans"/>
              <a:sym typeface="Google Sans"/>
            </a:endParaRPr>
          </a:p>
        </p:txBody>
      </p:sp>
      <p:sp>
        <p:nvSpPr>
          <p:cNvPr id="150" name="Google Shape;150;p4"/>
          <p:cNvSpPr txBox="1"/>
          <p:nvPr/>
        </p:nvSpPr>
        <p:spPr>
          <a:xfrm>
            <a:off x="438138" y="3915350"/>
            <a:ext cx="3108300" cy="2370000"/>
          </a:xfrm>
          <a:prstGeom prst="rect">
            <a:avLst/>
          </a:prstGeom>
          <a:noFill/>
          <a:ln>
            <a:noFill/>
          </a:ln>
        </p:spPr>
        <p:txBody>
          <a:bodyPr anchorCtr="0" anchor="t" bIns="91425" lIns="57150" spcFirstLastPara="1" rIns="91425" wrap="square" tIns="91425">
            <a:normAutofit/>
          </a:bodyPr>
          <a:lstStyle/>
          <a:p>
            <a:pPr indent="0" lvl="0" marL="0" rtl="0" algn="l">
              <a:lnSpc>
                <a:spcPct val="115000"/>
              </a:lnSpc>
              <a:spcBef>
                <a:spcPts val="0"/>
              </a:spcBef>
              <a:spcAft>
                <a:spcPts val="1200"/>
              </a:spcAft>
              <a:buNone/>
            </a:pPr>
            <a:r>
              <a:t/>
            </a:r>
            <a:endParaRPr sz="1200">
              <a:solidFill>
                <a:srgbClr val="595959"/>
              </a:solidFill>
              <a:latin typeface="Google Sans"/>
              <a:ea typeface="Google Sans"/>
              <a:cs typeface="Google Sans"/>
              <a:sym typeface="Google Sans"/>
            </a:endParaRPr>
          </a:p>
        </p:txBody>
      </p:sp>
      <p:sp>
        <p:nvSpPr>
          <p:cNvPr id="151" name="Google Shape;151;p4"/>
          <p:cNvSpPr txBox="1"/>
          <p:nvPr/>
        </p:nvSpPr>
        <p:spPr>
          <a:xfrm>
            <a:off x="438150" y="7050750"/>
            <a:ext cx="3108300" cy="2255400"/>
          </a:xfrm>
          <a:prstGeom prst="rect">
            <a:avLst/>
          </a:prstGeom>
          <a:noFill/>
          <a:ln>
            <a:noFill/>
          </a:ln>
        </p:spPr>
        <p:txBody>
          <a:bodyPr anchorCtr="0" anchor="t" bIns="91425" lIns="57150" spcFirstLastPara="1" rIns="91425" wrap="square" tIns="91425">
            <a:normAutofit/>
          </a:bodyPr>
          <a:lstStyle/>
          <a:p>
            <a:pPr indent="0" lvl="0" marL="0" rtl="0" algn="l">
              <a:lnSpc>
                <a:spcPct val="115000"/>
              </a:lnSpc>
              <a:spcBef>
                <a:spcPts val="0"/>
              </a:spcBef>
              <a:spcAft>
                <a:spcPts val="1200"/>
              </a:spcAft>
              <a:buNone/>
            </a:pPr>
            <a:r>
              <a:t/>
            </a:r>
            <a:endParaRPr sz="1200">
              <a:solidFill>
                <a:srgbClr val="595959"/>
              </a:solidFill>
              <a:latin typeface="Google Sans"/>
              <a:ea typeface="Google Sans"/>
              <a:cs typeface="Google Sans"/>
              <a:sym typeface="Google Sans"/>
            </a:endParaRPr>
          </a:p>
        </p:txBody>
      </p:sp>
      <p:sp>
        <p:nvSpPr>
          <p:cNvPr id="152" name="Google Shape;152;p4"/>
          <p:cNvSpPr txBox="1"/>
          <p:nvPr/>
        </p:nvSpPr>
        <p:spPr>
          <a:xfrm>
            <a:off x="3905525" y="4039263"/>
            <a:ext cx="3219000" cy="2604300"/>
          </a:xfrm>
          <a:prstGeom prst="rect">
            <a:avLst/>
          </a:prstGeom>
          <a:noFill/>
          <a:ln>
            <a:noFill/>
          </a:ln>
        </p:spPr>
        <p:txBody>
          <a:bodyPr anchorCtr="0" anchor="t" bIns="91425" lIns="57150" spcFirstLastPara="1" rIns="91425" wrap="square" tIns="91425">
            <a:normAutofit/>
          </a:bodyPr>
          <a:lstStyle/>
          <a:p>
            <a:pPr indent="0" lvl="0" marL="0" rtl="0" algn="l">
              <a:lnSpc>
                <a:spcPct val="115000"/>
              </a:lnSpc>
              <a:spcBef>
                <a:spcPts val="0"/>
              </a:spcBef>
              <a:spcAft>
                <a:spcPts val="1200"/>
              </a:spcAft>
              <a:buNone/>
            </a:pPr>
            <a:r>
              <a:t/>
            </a:r>
            <a:endParaRPr sz="1200">
              <a:solidFill>
                <a:srgbClr val="595959"/>
              </a:solidFill>
              <a:latin typeface="Google Sans"/>
              <a:ea typeface="Google Sans"/>
              <a:cs typeface="Google Sans"/>
              <a:sym typeface="Google Sans"/>
            </a:endParaRPr>
          </a:p>
        </p:txBody>
      </p:sp>
      <p:sp>
        <p:nvSpPr>
          <p:cNvPr id="153" name="Google Shape;153;p4"/>
          <p:cNvSpPr txBox="1"/>
          <p:nvPr/>
        </p:nvSpPr>
        <p:spPr>
          <a:xfrm>
            <a:off x="4183575" y="9228125"/>
            <a:ext cx="30867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l">
              <a:lnSpc>
                <a:spcPct val="115000"/>
              </a:lnSpc>
              <a:spcBef>
                <a:spcPts val="0"/>
              </a:spcBef>
              <a:spcAft>
                <a:spcPts val="1200"/>
              </a:spcAft>
              <a:buNone/>
            </a:pPr>
            <a:r>
              <a:t/>
            </a:r>
            <a:endParaRPr i="1" sz="1100">
              <a:solidFill>
                <a:srgbClr val="595959"/>
              </a:solidFill>
              <a:latin typeface="Google Sans"/>
              <a:ea typeface="Google Sans"/>
              <a:cs typeface="Google Sans"/>
              <a:sym typeface="Google Sans"/>
            </a:endParaRPr>
          </a:p>
        </p:txBody>
      </p:sp>
      <p:sp>
        <p:nvSpPr>
          <p:cNvPr id="154" name="Google Shape;154;p4"/>
          <p:cNvSpPr txBox="1"/>
          <p:nvPr/>
        </p:nvSpPr>
        <p:spPr>
          <a:xfrm>
            <a:off x="159875" y="441000"/>
            <a:ext cx="7458900" cy="5079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ctr">
              <a:spcBef>
                <a:spcPts val="0"/>
              </a:spcBef>
              <a:spcAft>
                <a:spcPts val="0"/>
              </a:spcAft>
              <a:buNone/>
            </a:pPr>
            <a:r>
              <a:rPr b="1" lang="en" sz="2100">
                <a:latin typeface="Google Sans"/>
                <a:ea typeface="Google Sans"/>
                <a:cs typeface="Google Sans"/>
                <a:sym typeface="Google Sans"/>
              </a:rPr>
              <a:t>Click here to edit title</a:t>
            </a:r>
            <a:endParaRPr b="1" sz="2100">
              <a:latin typeface="Google Sans"/>
              <a:ea typeface="Google Sans"/>
              <a:cs typeface="Google Sans"/>
              <a:sym typeface="Google Sans"/>
            </a:endParaRPr>
          </a:p>
        </p:txBody>
      </p:sp>
      <p:sp>
        <p:nvSpPr>
          <p:cNvPr id="155" name="Google Shape;155;p4"/>
          <p:cNvSpPr txBox="1"/>
          <p:nvPr/>
        </p:nvSpPr>
        <p:spPr>
          <a:xfrm>
            <a:off x="1763100" y="948050"/>
            <a:ext cx="42462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56" name="Google Shape;156;p4"/>
          <p:cNvSpPr/>
          <p:nvPr>
            <p:ph idx="2" type="pic"/>
          </p:nvPr>
        </p:nvSpPr>
        <p:spPr>
          <a:xfrm>
            <a:off x="4076163" y="6199700"/>
            <a:ext cx="3035400" cy="2495700"/>
          </a:xfrm>
          <a:prstGeom prst="rect">
            <a:avLst/>
          </a:prstGeom>
          <a:noFill/>
          <a:ln cap="flat" cmpd="sng" w="19050">
            <a:solidFill>
              <a:srgbClr val="000000"/>
            </a:solidFill>
            <a:prstDash val="solid"/>
            <a:round/>
            <a:headEnd len="sm" w="sm" type="none"/>
            <a:tailEnd len="sm" w="sm" type="none"/>
          </a:ln>
        </p:spPr>
      </p:sp>
      <p:sp>
        <p:nvSpPr>
          <p:cNvPr id="157" name="Google Shape;157;p4"/>
          <p:cNvSpPr txBox="1"/>
          <p:nvPr/>
        </p:nvSpPr>
        <p:spPr>
          <a:xfrm>
            <a:off x="4007763" y="8695400"/>
            <a:ext cx="31722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rPr i="1" lang="en" sz="1100">
                <a:latin typeface="Lato"/>
                <a:ea typeface="Lato"/>
                <a:cs typeface="Lato"/>
                <a:sym typeface="Lato"/>
              </a:rPr>
              <a:t>Image Alt-Text Here</a:t>
            </a:r>
            <a:endParaRPr i="1" sz="1100">
              <a:solidFill>
                <a:srgbClr val="000000"/>
              </a:solidFill>
              <a:latin typeface="Lato"/>
              <a:ea typeface="Lato"/>
              <a:cs typeface="Lato"/>
              <a:sym typeface="Lato"/>
            </a:endParaRPr>
          </a:p>
        </p:txBody>
      </p:sp>
    </p:spTree>
  </p:cSld>
  <p:clrMapOvr>
    <a:masterClrMapping/>
  </p:clrMapOvr>
  <p:extLst>
    <p:ext uri="{DCECCB84-F9BA-43D5-87BE-67443E8EF086}">
      <p15:sldGuideLst>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4">
  <p:cSld name="CUSTOM">
    <p:spTree>
      <p:nvGrpSpPr>
        <p:cNvPr id="158" name="Shape 158"/>
        <p:cNvGrpSpPr/>
        <p:nvPr/>
      </p:nvGrpSpPr>
      <p:grpSpPr>
        <a:xfrm>
          <a:off x="0" y="0"/>
          <a:ext cx="0" cy="0"/>
          <a:chOff x="0" y="0"/>
          <a:chExt cx="0" cy="0"/>
        </a:xfrm>
      </p:grpSpPr>
      <p:sp>
        <p:nvSpPr>
          <p:cNvPr id="159" name="Google Shape;159;p5"/>
          <p:cNvSpPr/>
          <p:nvPr/>
        </p:nvSpPr>
        <p:spPr>
          <a:xfrm flipH="1">
            <a:off x="2748900" y="9168075"/>
            <a:ext cx="5023500" cy="890400"/>
          </a:xfrm>
          <a:prstGeom prst="rtTriangle">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latin typeface="Google Sans"/>
              <a:ea typeface="Google Sans"/>
              <a:cs typeface="Google Sans"/>
              <a:sym typeface="Google Sans"/>
            </a:endParaRPr>
          </a:p>
        </p:txBody>
      </p:sp>
      <p:sp>
        <p:nvSpPr>
          <p:cNvPr id="160" name="Google Shape;160;p5"/>
          <p:cNvSpPr/>
          <p:nvPr/>
        </p:nvSpPr>
        <p:spPr>
          <a:xfrm>
            <a:off x="0" y="9168075"/>
            <a:ext cx="4138800" cy="890400"/>
          </a:xfrm>
          <a:prstGeom prst="rtTriangle">
            <a:avLst/>
          </a:prstGeom>
          <a:solidFill>
            <a:srgbClr val="DB443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latin typeface="Google Sans"/>
              <a:ea typeface="Google Sans"/>
              <a:cs typeface="Google Sans"/>
              <a:sym typeface="Google Sans"/>
            </a:endParaRPr>
          </a:p>
        </p:txBody>
      </p:sp>
      <p:grpSp>
        <p:nvGrpSpPr>
          <p:cNvPr id="161" name="Google Shape;161;p5"/>
          <p:cNvGrpSpPr/>
          <p:nvPr/>
        </p:nvGrpSpPr>
        <p:grpSpPr>
          <a:xfrm>
            <a:off x="95351" y="1392509"/>
            <a:ext cx="7581691" cy="5901"/>
            <a:chOff x="1890075" y="5241175"/>
            <a:chExt cx="4240556" cy="257700"/>
          </a:xfrm>
        </p:grpSpPr>
        <p:sp>
          <p:nvSpPr>
            <p:cNvPr id="162" name="Google Shape;162;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63" name="Google Shape;163;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64" name="Google Shape;164;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65" name="Google Shape;165;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166" name="Google Shape;166;p5"/>
          <p:cNvGrpSpPr/>
          <p:nvPr/>
        </p:nvGrpSpPr>
        <p:grpSpPr>
          <a:xfrm>
            <a:off x="95351" y="4542984"/>
            <a:ext cx="7581691" cy="5901"/>
            <a:chOff x="1890075" y="5241175"/>
            <a:chExt cx="4240556" cy="257700"/>
          </a:xfrm>
        </p:grpSpPr>
        <p:sp>
          <p:nvSpPr>
            <p:cNvPr id="167" name="Google Shape;167;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68" name="Google Shape;168;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69" name="Google Shape;169;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70" name="Google Shape;170;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171" name="Google Shape;171;p5"/>
          <p:cNvSpPr/>
          <p:nvPr/>
        </p:nvSpPr>
        <p:spPr>
          <a:xfrm>
            <a:off x="432000" y="1624350"/>
            <a:ext cx="1598400" cy="269100"/>
          </a:xfrm>
          <a:prstGeom prst="rect">
            <a:avLst/>
          </a:prstGeom>
          <a:solidFill>
            <a:srgbClr val="4285F4"/>
          </a:solidFill>
          <a:ln cap="flat" cmpd="sng" w="9525">
            <a:solidFill>
              <a:srgbClr val="4285F4"/>
            </a:solidFill>
            <a:prstDash val="solid"/>
            <a:round/>
            <a:headEnd len="sm" w="sm" type="none"/>
            <a:tailEnd len="sm" w="sm" type="none"/>
          </a:ln>
          <a:effectLst>
            <a:outerShdw blurRad="57150" rotWithShape="0" algn="bl" dir="5400000" dist="19050">
              <a:srgbClr val="EEEEEE">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172" name="Google Shape;172;p5"/>
          <p:cNvSpPr/>
          <p:nvPr/>
        </p:nvSpPr>
        <p:spPr>
          <a:xfrm>
            <a:off x="432000" y="2620004"/>
            <a:ext cx="1598400" cy="2850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173" name="Google Shape;173;p5"/>
          <p:cNvSpPr/>
          <p:nvPr/>
        </p:nvSpPr>
        <p:spPr>
          <a:xfrm>
            <a:off x="432000" y="3615673"/>
            <a:ext cx="1598400" cy="2691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174" name="Google Shape;174;p5"/>
          <p:cNvSpPr/>
          <p:nvPr/>
        </p:nvSpPr>
        <p:spPr>
          <a:xfrm>
            <a:off x="432000" y="4676196"/>
            <a:ext cx="1598400" cy="2850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175" name="Google Shape;175;p5"/>
          <p:cNvSpPr/>
          <p:nvPr/>
        </p:nvSpPr>
        <p:spPr>
          <a:xfrm>
            <a:off x="432000" y="8296570"/>
            <a:ext cx="1598400" cy="2691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176" name="Google Shape;176;p5"/>
          <p:cNvGrpSpPr/>
          <p:nvPr/>
        </p:nvGrpSpPr>
        <p:grpSpPr>
          <a:xfrm>
            <a:off x="95351" y="8200359"/>
            <a:ext cx="7581691" cy="5901"/>
            <a:chOff x="1890075" y="5241175"/>
            <a:chExt cx="4240556" cy="257700"/>
          </a:xfrm>
        </p:grpSpPr>
        <p:sp>
          <p:nvSpPr>
            <p:cNvPr id="177" name="Google Shape;177;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78" name="Google Shape;178;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79" name="Google Shape;179;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80" name="Google Shape;180;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181" name="Google Shape;181;p5"/>
          <p:cNvSpPr txBox="1"/>
          <p:nvPr/>
        </p:nvSpPr>
        <p:spPr>
          <a:xfrm>
            <a:off x="159875" y="441000"/>
            <a:ext cx="7458900" cy="5079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ctr">
              <a:spcBef>
                <a:spcPts val="0"/>
              </a:spcBef>
              <a:spcAft>
                <a:spcPts val="0"/>
              </a:spcAft>
              <a:buNone/>
            </a:pPr>
            <a:r>
              <a:rPr b="1" lang="en" sz="2100">
                <a:latin typeface="Google Sans"/>
                <a:ea typeface="Google Sans"/>
                <a:cs typeface="Google Sans"/>
                <a:sym typeface="Google Sans"/>
              </a:rPr>
              <a:t>Click here to edit title</a:t>
            </a:r>
            <a:endParaRPr b="1" sz="2100">
              <a:latin typeface="Google Sans"/>
              <a:ea typeface="Google Sans"/>
              <a:cs typeface="Google Sans"/>
              <a:sym typeface="Google Sans"/>
            </a:endParaRPr>
          </a:p>
        </p:txBody>
      </p:sp>
      <p:sp>
        <p:nvSpPr>
          <p:cNvPr id="182" name="Google Shape;182;p5"/>
          <p:cNvSpPr txBox="1"/>
          <p:nvPr/>
        </p:nvSpPr>
        <p:spPr>
          <a:xfrm>
            <a:off x="1763100" y="948050"/>
            <a:ext cx="42462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83" name="Google Shape;183;p5"/>
          <p:cNvSpPr/>
          <p:nvPr>
            <p:ph idx="2" type="pic"/>
          </p:nvPr>
        </p:nvSpPr>
        <p:spPr>
          <a:xfrm>
            <a:off x="4394725" y="4961200"/>
            <a:ext cx="3035400" cy="2495700"/>
          </a:xfrm>
          <a:prstGeom prst="rect">
            <a:avLst/>
          </a:prstGeom>
          <a:noFill/>
          <a:ln cap="flat" cmpd="sng" w="19050">
            <a:solidFill>
              <a:srgbClr val="000000"/>
            </a:solidFill>
            <a:prstDash val="solid"/>
            <a:round/>
            <a:headEnd len="sm" w="sm" type="none"/>
            <a:tailEnd len="sm" w="sm" type="none"/>
          </a:ln>
        </p:spPr>
      </p:sp>
      <p:sp>
        <p:nvSpPr>
          <p:cNvPr id="184" name="Google Shape;184;p5"/>
          <p:cNvSpPr txBox="1"/>
          <p:nvPr/>
        </p:nvSpPr>
        <p:spPr>
          <a:xfrm>
            <a:off x="4326325" y="7456900"/>
            <a:ext cx="31722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rPr i="1" lang="en" sz="1100">
                <a:latin typeface="Lato"/>
                <a:ea typeface="Lato"/>
                <a:cs typeface="Lato"/>
                <a:sym typeface="Lato"/>
              </a:rPr>
              <a:t>Image Alt-Text Here</a:t>
            </a:r>
            <a:endParaRPr i="1" sz="1100">
              <a:solidFill>
                <a:srgbClr val="000000"/>
              </a:solidFill>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 NOT USE ">
  <p:cSld name="TITLE_2_1">
    <p:spTree>
      <p:nvGrpSpPr>
        <p:cNvPr id="185" name="Shape 185"/>
        <p:cNvGrpSpPr/>
        <p:nvPr/>
      </p:nvGrpSpPr>
      <p:grpSpPr>
        <a:xfrm>
          <a:off x="0" y="0"/>
          <a:ext cx="0" cy="0"/>
          <a:chOff x="0" y="0"/>
          <a:chExt cx="0" cy="0"/>
        </a:xfrm>
      </p:grpSpPr>
      <p:sp>
        <p:nvSpPr>
          <p:cNvPr id="186" name="Google Shape;186;p6"/>
          <p:cNvSpPr txBox="1"/>
          <p:nvPr/>
        </p:nvSpPr>
        <p:spPr>
          <a:xfrm>
            <a:off x="3993321" y="9367991"/>
            <a:ext cx="3693900" cy="734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grpSp>
        <p:nvGrpSpPr>
          <p:cNvPr id="187" name="Google Shape;187;p6"/>
          <p:cNvGrpSpPr/>
          <p:nvPr/>
        </p:nvGrpSpPr>
        <p:grpSpPr>
          <a:xfrm>
            <a:off x="-16250" y="9048087"/>
            <a:ext cx="7804900" cy="1072407"/>
            <a:chOff x="-19118" y="4617750"/>
            <a:chExt cx="9182236" cy="548378"/>
          </a:xfrm>
        </p:grpSpPr>
        <p:sp>
          <p:nvSpPr>
            <p:cNvPr id="188" name="Google Shape;188;p6"/>
            <p:cNvSpPr/>
            <p:nvPr/>
          </p:nvSpPr>
          <p:spPr>
            <a:xfrm flipH="1">
              <a:off x="19244" y="4617750"/>
              <a:ext cx="9143874" cy="548378"/>
            </a:xfrm>
            <a:custGeom>
              <a:rect b="b" l="l" r="r" t="t"/>
              <a:pathLst>
                <a:path extrusionOk="0" h="19840" w="367556">
                  <a:moveTo>
                    <a:pt x="0" y="19840"/>
                  </a:moveTo>
                  <a:lnTo>
                    <a:pt x="515" y="0"/>
                  </a:lnTo>
                  <a:lnTo>
                    <a:pt x="367556" y="11270"/>
                  </a:lnTo>
                  <a:lnTo>
                    <a:pt x="367044" y="18698"/>
                  </a:lnTo>
                  <a:close/>
                </a:path>
              </a:pathLst>
            </a:custGeom>
            <a:solidFill>
              <a:srgbClr val="4069DD"/>
            </a:solidFill>
            <a:ln>
              <a:noFill/>
            </a:ln>
          </p:spPr>
        </p:sp>
        <p:sp>
          <p:nvSpPr>
            <p:cNvPr id="189" name="Google Shape;189;p6"/>
            <p:cNvSpPr/>
            <p:nvPr/>
          </p:nvSpPr>
          <p:spPr>
            <a:xfrm flipH="1">
              <a:off x="-19118" y="4677825"/>
              <a:ext cx="4769786" cy="473975"/>
            </a:xfrm>
            <a:custGeom>
              <a:rect b="b" l="l" r="r" t="t"/>
              <a:pathLst>
                <a:path extrusionOk="0" h="18959" w="366343">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DO NOT USE">
  <p:cSld name="CUSTOM_1">
    <p:spTree>
      <p:nvGrpSpPr>
        <p:cNvPr id="190" name="Shape 19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1" type="title">
  <p:cSld name="TITLE">
    <p:spTree>
      <p:nvGrpSpPr>
        <p:cNvPr id="196" name="Shape 196"/>
        <p:cNvGrpSpPr/>
        <p:nvPr/>
      </p:nvGrpSpPr>
      <p:grpSpPr>
        <a:xfrm>
          <a:off x="0" y="0"/>
          <a:ext cx="0" cy="0"/>
          <a:chOff x="0" y="0"/>
          <a:chExt cx="0" cy="0"/>
        </a:xfrm>
      </p:grpSpPr>
      <p:grpSp>
        <p:nvGrpSpPr>
          <p:cNvPr id="197" name="Google Shape;197;p9"/>
          <p:cNvGrpSpPr/>
          <p:nvPr/>
        </p:nvGrpSpPr>
        <p:grpSpPr>
          <a:xfrm>
            <a:off x="172055" y="1468890"/>
            <a:ext cx="7434543" cy="62982"/>
            <a:chOff x="1890075" y="5241175"/>
            <a:chExt cx="4240556" cy="257700"/>
          </a:xfrm>
        </p:grpSpPr>
        <p:sp>
          <p:nvSpPr>
            <p:cNvPr id="198" name="Google Shape;198;p9"/>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99" name="Google Shape;199;p9"/>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00" name="Google Shape;200;p9"/>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01" name="Google Shape;201;p9"/>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202" name="Google Shape;202;p9"/>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nvGrpSpPr>
          <p:cNvPr id="203" name="Google Shape;203;p9"/>
          <p:cNvGrpSpPr/>
          <p:nvPr/>
        </p:nvGrpSpPr>
        <p:grpSpPr>
          <a:xfrm>
            <a:off x="168930" y="2702615"/>
            <a:ext cx="7434543" cy="62982"/>
            <a:chOff x="1890075" y="5241175"/>
            <a:chExt cx="4240556" cy="257700"/>
          </a:xfrm>
        </p:grpSpPr>
        <p:sp>
          <p:nvSpPr>
            <p:cNvPr id="204" name="Google Shape;204;p9"/>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05" name="Google Shape;205;p9"/>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06" name="Google Shape;206;p9"/>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07" name="Google Shape;207;p9"/>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cxnSp>
        <p:nvCxnSpPr>
          <p:cNvPr id="208" name="Google Shape;208;p9"/>
          <p:cNvCxnSpPr>
            <a:stCxn id="198" idx="0"/>
          </p:cNvCxnSpPr>
          <p:nvPr/>
        </p:nvCxnSpPr>
        <p:spPr>
          <a:xfrm>
            <a:off x="172055" y="1500381"/>
            <a:ext cx="0" cy="8590500"/>
          </a:xfrm>
          <a:prstGeom prst="straightConnector1">
            <a:avLst/>
          </a:prstGeom>
          <a:noFill/>
          <a:ln cap="flat" cmpd="sng" w="9525">
            <a:solidFill>
              <a:srgbClr val="CCCCCC"/>
            </a:solidFill>
            <a:prstDash val="solid"/>
            <a:round/>
            <a:headEnd len="med" w="med" type="none"/>
            <a:tailEnd len="med" w="med" type="none"/>
          </a:ln>
        </p:spPr>
      </p:cxnSp>
      <p:cxnSp>
        <p:nvCxnSpPr>
          <p:cNvPr id="209" name="Google Shape;209;p9"/>
          <p:cNvCxnSpPr/>
          <p:nvPr/>
        </p:nvCxnSpPr>
        <p:spPr>
          <a:xfrm>
            <a:off x="7603480" y="1500381"/>
            <a:ext cx="0" cy="8590500"/>
          </a:xfrm>
          <a:prstGeom prst="straightConnector1">
            <a:avLst/>
          </a:prstGeom>
          <a:noFill/>
          <a:ln cap="flat" cmpd="sng" w="9525">
            <a:solidFill>
              <a:srgbClr val="CCCCCC"/>
            </a:solidFill>
            <a:prstDash val="solid"/>
            <a:round/>
            <a:headEnd len="med" w="med" type="none"/>
            <a:tailEnd len="med" w="med" type="none"/>
          </a:ln>
        </p:spPr>
      </p:cxnSp>
      <p:grpSp>
        <p:nvGrpSpPr>
          <p:cNvPr id="210" name="Google Shape;210;p9"/>
          <p:cNvGrpSpPr/>
          <p:nvPr/>
        </p:nvGrpSpPr>
        <p:grpSpPr>
          <a:xfrm>
            <a:off x="0" y="3413775"/>
            <a:ext cx="3530025" cy="746350"/>
            <a:chOff x="0" y="3156075"/>
            <a:chExt cx="3530025" cy="746350"/>
          </a:xfrm>
        </p:grpSpPr>
        <p:sp>
          <p:nvSpPr>
            <p:cNvPr id="211" name="Google Shape;211;p9"/>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12" name="Google Shape;212;p9"/>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213" name="Google Shape;213;p9"/>
          <p:cNvGrpSpPr/>
          <p:nvPr/>
        </p:nvGrpSpPr>
        <p:grpSpPr>
          <a:xfrm>
            <a:off x="3248850" y="2867100"/>
            <a:ext cx="4936034" cy="746350"/>
            <a:chOff x="0" y="3156075"/>
            <a:chExt cx="3530025" cy="746350"/>
          </a:xfrm>
        </p:grpSpPr>
        <p:sp>
          <p:nvSpPr>
            <p:cNvPr id="214" name="Google Shape;214;p9"/>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15" name="Google Shape;215;p9"/>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216" name="Google Shape;216;p9"/>
          <p:cNvGrpSpPr/>
          <p:nvPr/>
        </p:nvGrpSpPr>
        <p:grpSpPr>
          <a:xfrm>
            <a:off x="3248850" y="7166275"/>
            <a:ext cx="4936034" cy="746350"/>
            <a:chOff x="0" y="3156075"/>
            <a:chExt cx="3530025" cy="746350"/>
          </a:xfrm>
        </p:grpSpPr>
        <p:sp>
          <p:nvSpPr>
            <p:cNvPr id="217" name="Google Shape;217;p9"/>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18" name="Google Shape;218;p9"/>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219" name="Google Shape;219;p9"/>
          <p:cNvSpPr txBox="1"/>
          <p:nvPr/>
        </p:nvSpPr>
        <p:spPr>
          <a:xfrm>
            <a:off x="188700" y="3410750"/>
            <a:ext cx="3074400" cy="4632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220" name="Google Shape;220;p9"/>
          <p:cNvSpPr txBox="1"/>
          <p:nvPr/>
        </p:nvSpPr>
        <p:spPr>
          <a:xfrm>
            <a:off x="3263100" y="2852500"/>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221" name="Google Shape;221;p9"/>
          <p:cNvSpPr txBox="1"/>
          <p:nvPr/>
        </p:nvSpPr>
        <p:spPr>
          <a:xfrm>
            <a:off x="3263100" y="7164075"/>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222" name="Google Shape;222;p9"/>
          <p:cNvGrpSpPr/>
          <p:nvPr/>
        </p:nvGrpSpPr>
        <p:grpSpPr>
          <a:xfrm>
            <a:off x="172055" y="1468890"/>
            <a:ext cx="7434543" cy="62982"/>
            <a:chOff x="1890075" y="5241175"/>
            <a:chExt cx="4240556" cy="257700"/>
          </a:xfrm>
        </p:grpSpPr>
        <p:sp>
          <p:nvSpPr>
            <p:cNvPr id="223" name="Google Shape;223;p9"/>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24" name="Google Shape;224;p9"/>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25" name="Google Shape;225;p9"/>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26" name="Google Shape;226;p9"/>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227" name="Google Shape;227;p9"/>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nvGrpSpPr>
          <p:cNvPr id="228" name="Google Shape;228;p9"/>
          <p:cNvGrpSpPr/>
          <p:nvPr/>
        </p:nvGrpSpPr>
        <p:grpSpPr>
          <a:xfrm>
            <a:off x="168930" y="2702615"/>
            <a:ext cx="7434543" cy="62982"/>
            <a:chOff x="1890075" y="5241175"/>
            <a:chExt cx="4240556" cy="257700"/>
          </a:xfrm>
        </p:grpSpPr>
        <p:sp>
          <p:nvSpPr>
            <p:cNvPr id="229" name="Google Shape;229;p9"/>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30" name="Google Shape;230;p9"/>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31" name="Google Shape;231;p9"/>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32" name="Google Shape;232;p9"/>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cxnSp>
        <p:nvCxnSpPr>
          <p:cNvPr id="233" name="Google Shape;233;p9"/>
          <p:cNvCxnSpPr>
            <a:stCxn id="223" idx="0"/>
          </p:cNvCxnSpPr>
          <p:nvPr/>
        </p:nvCxnSpPr>
        <p:spPr>
          <a:xfrm>
            <a:off x="172055" y="1500381"/>
            <a:ext cx="0" cy="8590500"/>
          </a:xfrm>
          <a:prstGeom prst="straightConnector1">
            <a:avLst/>
          </a:prstGeom>
          <a:noFill/>
          <a:ln cap="flat" cmpd="sng" w="9525">
            <a:solidFill>
              <a:srgbClr val="CCCCCC"/>
            </a:solidFill>
            <a:prstDash val="solid"/>
            <a:round/>
            <a:headEnd len="med" w="med" type="none"/>
            <a:tailEnd len="med" w="med" type="none"/>
          </a:ln>
        </p:spPr>
      </p:cxnSp>
      <p:cxnSp>
        <p:nvCxnSpPr>
          <p:cNvPr id="234" name="Google Shape;234;p9"/>
          <p:cNvCxnSpPr/>
          <p:nvPr/>
        </p:nvCxnSpPr>
        <p:spPr>
          <a:xfrm>
            <a:off x="7603480" y="1500381"/>
            <a:ext cx="0" cy="8590500"/>
          </a:xfrm>
          <a:prstGeom prst="straightConnector1">
            <a:avLst/>
          </a:prstGeom>
          <a:noFill/>
          <a:ln cap="flat" cmpd="sng" w="9525">
            <a:solidFill>
              <a:srgbClr val="CCCCCC"/>
            </a:solidFill>
            <a:prstDash val="solid"/>
            <a:round/>
            <a:headEnd len="med" w="med" type="none"/>
            <a:tailEnd len="med" w="med" type="none"/>
          </a:ln>
        </p:spPr>
      </p:cxnSp>
      <p:grpSp>
        <p:nvGrpSpPr>
          <p:cNvPr id="235" name="Google Shape;235;p9"/>
          <p:cNvGrpSpPr/>
          <p:nvPr/>
        </p:nvGrpSpPr>
        <p:grpSpPr>
          <a:xfrm>
            <a:off x="0" y="3413775"/>
            <a:ext cx="3530025" cy="746350"/>
            <a:chOff x="0" y="3156075"/>
            <a:chExt cx="3530025" cy="746350"/>
          </a:xfrm>
        </p:grpSpPr>
        <p:sp>
          <p:nvSpPr>
            <p:cNvPr id="236" name="Google Shape;236;p9"/>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37" name="Google Shape;237;p9"/>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238" name="Google Shape;238;p9"/>
          <p:cNvGrpSpPr/>
          <p:nvPr/>
        </p:nvGrpSpPr>
        <p:grpSpPr>
          <a:xfrm>
            <a:off x="3248850" y="2867100"/>
            <a:ext cx="4936034" cy="746350"/>
            <a:chOff x="0" y="3156075"/>
            <a:chExt cx="3530025" cy="746350"/>
          </a:xfrm>
        </p:grpSpPr>
        <p:sp>
          <p:nvSpPr>
            <p:cNvPr id="239" name="Google Shape;239;p9"/>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40" name="Google Shape;240;p9"/>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241" name="Google Shape;241;p9"/>
          <p:cNvGrpSpPr/>
          <p:nvPr/>
        </p:nvGrpSpPr>
        <p:grpSpPr>
          <a:xfrm>
            <a:off x="3248850" y="7166275"/>
            <a:ext cx="4936034" cy="746350"/>
            <a:chOff x="0" y="3156075"/>
            <a:chExt cx="3530025" cy="746350"/>
          </a:xfrm>
        </p:grpSpPr>
        <p:sp>
          <p:nvSpPr>
            <p:cNvPr id="242" name="Google Shape;242;p9"/>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43" name="Google Shape;243;p9"/>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244" name="Google Shape;244;p9"/>
          <p:cNvSpPr txBox="1"/>
          <p:nvPr/>
        </p:nvSpPr>
        <p:spPr>
          <a:xfrm>
            <a:off x="188700" y="3410750"/>
            <a:ext cx="3074400" cy="4632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245" name="Google Shape;245;p9"/>
          <p:cNvSpPr txBox="1"/>
          <p:nvPr/>
        </p:nvSpPr>
        <p:spPr>
          <a:xfrm>
            <a:off x="3263100" y="2852500"/>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246" name="Google Shape;246;p9"/>
          <p:cNvSpPr txBox="1"/>
          <p:nvPr/>
        </p:nvSpPr>
        <p:spPr>
          <a:xfrm>
            <a:off x="3263100" y="7164075"/>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247" name="Google Shape;247;p9"/>
          <p:cNvSpPr/>
          <p:nvPr>
            <p:ph idx="2" type="pic"/>
          </p:nvPr>
        </p:nvSpPr>
        <p:spPr>
          <a:xfrm>
            <a:off x="4583375" y="3389400"/>
            <a:ext cx="3035400" cy="2495700"/>
          </a:xfrm>
          <a:prstGeom prst="rect">
            <a:avLst/>
          </a:prstGeom>
          <a:noFill/>
          <a:ln cap="flat" cmpd="sng" w="19050">
            <a:solidFill>
              <a:srgbClr val="000000"/>
            </a:solidFill>
            <a:prstDash val="solid"/>
            <a:round/>
            <a:headEnd len="sm" w="sm" type="none"/>
            <a:tailEnd len="sm" w="sm" type="none"/>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2">
  <p:cSld name="TITLE_1">
    <p:spTree>
      <p:nvGrpSpPr>
        <p:cNvPr id="248" name="Shape 248"/>
        <p:cNvGrpSpPr/>
        <p:nvPr/>
      </p:nvGrpSpPr>
      <p:grpSpPr>
        <a:xfrm>
          <a:off x="0" y="0"/>
          <a:ext cx="0" cy="0"/>
          <a:chOff x="0" y="0"/>
          <a:chExt cx="0" cy="0"/>
        </a:xfrm>
      </p:grpSpPr>
      <p:cxnSp>
        <p:nvCxnSpPr>
          <p:cNvPr id="249" name="Google Shape;249;p10"/>
          <p:cNvCxnSpPr>
            <a:stCxn id="250" idx="1"/>
          </p:cNvCxnSpPr>
          <p:nvPr/>
        </p:nvCxnSpPr>
        <p:spPr>
          <a:xfrm>
            <a:off x="3033472" y="937660"/>
            <a:ext cx="15900" cy="6568200"/>
          </a:xfrm>
          <a:prstGeom prst="straightConnector1">
            <a:avLst/>
          </a:prstGeom>
          <a:noFill/>
          <a:ln cap="flat" cmpd="sng" w="9525">
            <a:solidFill>
              <a:srgbClr val="CCCCCC"/>
            </a:solidFill>
            <a:prstDash val="solid"/>
            <a:round/>
            <a:headEnd len="med" w="med" type="none"/>
            <a:tailEnd len="med" w="med" type="none"/>
          </a:ln>
        </p:spPr>
      </p:cxnSp>
      <p:grpSp>
        <p:nvGrpSpPr>
          <p:cNvPr id="251" name="Google Shape;251;p10"/>
          <p:cNvGrpSpPr/>
          <p:nvPr/>
        </p:nvGrpSpPr>
        <p:grpSpPr>
          <a:xfrm>
            <a:off x="190320" y="900657"/>
            <a:ext cx="7581691" cy="5901"/>
            <a:chOff x="1890075" y="5241175"/>
            <a:chExt cx="4240556" cy="257700"/>
          </a:xfrm>
        </p:grpSpPr>
        <p:sp>
          <p:nvSpPr>
            <p:cNvPr id="252" name="Google Shape;252;p10"/>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53" name="Google Shape;253;p10"/>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54" name="Google Shape;254;p10"/>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55" name="Google Shape;255;p10"/>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256" name="Google Shape;256;p10"/>
          <p:cNvGrpSpPr/>
          <p:nvPr/>
        </p:nvGrpSpPr>
        <p:grpSpPr>
          <a:xfrm>
            <a:off x="190320" y="931759"/>
            <a:ext cx="7581691" cy="5901"/>
            <a:chOff x="1890075" y="5241175"/>
            <a:chExt cx="4240556" cy="257700"/>
          </a:xfrm>
        </p:grpSpPr>
        <p:sp>
          <p:nvSpPr>
            <p:cNvPr id="257" name="Google Shape;257;p10"/>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58" name="Google Shape;258;p10"/>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59" name="Google Shape;259;p10"/>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60" name="Google Shape;260;p10"/>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261" name="Google Shape;261;p10"/>
          <p:cNvSpPr/>
          <p:nvPr/>
        </p:nvSpPr>
        <p:spPr>
          <a:xfrm rot="248910">
            <a:off x="7469568" y="-16320"/>
            <a:ext cx="1791494" cy="10540289"/>
          </a:xfrm>
          <a:prstGeom prst="rtTriangle">
            <a:avLst/>
          </a:prstGeom>
          <a:solidFill>
            <a:srgbClr val="B7B7B7"/>
          </a:solidFill>
          <a:ln cap="flat" cmpd="sng" w="9525">
            <a:solidFill>
              <a:srgbClr val="CFB9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CFB991"/>
              </a:solidFill>
            </a:endParaRPr>
          </a:p>
        </p:txBody>
      </p:sp>
      <p:sp>
        <p:nvSpPr>
          <p:cNvPr id="262" name="Google Shape;262;p10"/>
          <p:cNvSpPr/>
          <p:nvPr>
            <p:ph idx="2" type="pic"/>
          </p:nvPr>
        </p:nvSpPr>
        <p:spPr>
          <a:xfrm>
            <a:off x="3552088" y="1473363"/>
            <a:ext cx="3035400" cy="2495700"/>
          </a:xfrm>
          <a:prstGeom prst="rect">
            <a:avLst/>
          </a:prstGeom>
          <a:noFill/>
          <a:ln cap="flat" cmpd="sng" w="19050">
            <a:solidFill>
              <a:srgbClr val="000000"/>
            </a:solidFill>
            <a:prstDash val="solid"/>
            <a:round/>
            <a:headEnd len="sm" w="sm" type="none"/>
            <a:tailEnd len="sm" w="sm" type="none"/>
          </a:ln>
        </p:spPr>
      </p:sp>
      <p:sp>
        <p:nvSpPr>
          <p:cNvPr id="263" name="Google Shape;263;p10"/>
          <p:cNvSpPr txBox="1"/>
          <p:nvPr/>
        </p:nvSpPr>
        <p:spPr>
          <a:xfrm>
            <a:off x="510050" y="9659903"/>
            <a:ext cx="30816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t/>
            </a:r>
            <a:endParaRPr i="1" sz="1100">
              <a:solidFill>
                <a:srgbClr val="000000"/>
              </a:solidFill>
              <a:latin typeface="Calibri"/>
              <a:ea typeface="Calibri"/>
              <a:cs typeface="Calibri"/>
              <a:sym typeface="Calibri"/>
            </a:endParaRPr>
          </a:p>
        </p:txBody>
      </p:sp>
      <p:sp>
        <p:nvSpPr>
          <p:cNvPr id="264" name="Google Shape;264;p10"/>
          <p:cNvSpPr/>
          <p:nvPr/>
        </p:nvSpPr>
        <p:spPr>
          <a:xfrm>
            <a:off x="159875" y="7502350"/>
            <a:ext cx="7612200" cy="23793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5" name="Google Shape;265;p10"/>
          <p:cNvGrpSpPr/>
          <p:nvPr/>
        </p:nvGrpSpPr>
        <p:grpSpPr>
          <a:xfrm>
            <a:off x="190320" y="900657"/>
            <a:ext cx="7581691" cy="5901"/>
            <a:chOff x="1890075" y="5241175"/>
            <a:chExt cx="4240556" cy="257700"/>
          </a:xfrm>
        </p:grpSpPr>
        <p:sp>
          <p:nvSpPr>
            <p:cNvPr id="266" name="Google Shape;266;p10"/>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67" name="Google Shape;267;p10"/>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68" name="Google Shape;268;p10"/>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69" name="Google Shape;269;p10"/>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270" name="Google Shape;270;p10"/>
          <p:cNvGrpSpPr/>
          <p:nvPr/>
        </p:nvGrpSpPr>
        <p:grpSpPr>
          <a:xfrm>
            <a:off x="190320" y="931759"/>
            <a:ext cx="7581691" cy="5901"/>
            <a:chOff x="1890075" y="5241175"/>
            <a:chExt cx="4240556" cy="257700"/>
          </a:xfrm>
        </p:grpSpPr>
        <p:sp>
          <p:nvSpPr>
            <p:cNvPr id="271" name="Google Shape;271;p10"/>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50" name="Google Shape;250;p10"/>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72" name="Google Shape;272;p10"/>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273" name="Google Shape;273;p10"/>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274" name="Google Shape;274;p10"/>
          <p:cNvSpPr/>
          <p:nvPr/>
        </p:nvSpPr>
        <p:spPr>
          <a:xfrm rot="248910">
            <a:off x="7469568" y="-16320"/>
            <a:ext cx="1791494" cy="10540289"/>
          </a:xfrm>
          <a:prstGeom prst="rtTriangle">
            <a:avLst/>
          </a:prstGeom>
          <a:solidFill>
            <a:srgbClr val="5757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CFB991"/>
              </a:solidFill>
            </a:endParaRPr>
          </a:p>
        </p:txBody>
      </p:sp>
      <p:sp>
        <p:nvSpPr>
          <p:cNvPr id="275" name="Google Shape;275;p10"/>
          <p:cNvSpPr txBox="1"/>
          <p:nvPr/>
        </p:nvSpPr>
        <p:spPr>
          <a:xfrm>
            <a:off x="290394" y="9345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276" name="Google Shape;276;p10"/>
          <p:cNvGrpSpPr/>
          <p:nvPr/>
        </p:nvGrpSpPr>
        <p:grpSpPr>
          <a:xfrm>
            <a:off x="172024" y="1040825"/>
            <a:ext cx="137818" cy="187200"/>
            <a:chOff x="507100" y="1997600"/>
            <a:chExt cx="158375" cy="187200"/>
          </a:xfrm>
        </p:grpSpPr>
        <p:sp>
          <p:nvSpPr>
            <p:cNvPr id="277" name="Google Shape;277;p10"/>
            <p:cNvSpPr/>
            <p:nvPr/>
          </p:nvSpPr>
          <p:spPr>
            <a:xfrm>
              <a:off x="529575" y="1997600"/>
              <a:ext cx="135900" cy="187200"/>
            </a:xfrm>
            <a:prstGeom prst="chevron">
              <a:avLst>
                <a:gd fmla="val 50000" name="adj"/>
              </a:avLst>
            </a:prstGeom>
            <a:solidFill>
              <a:srgbClr val="00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0"/>
            <p:cNvSpPr/>
            <p:nvPr/>
          </p:nvSpPr>
          <p:spPr>
            <a:xfrm>
              <a:off x="507100" y="2017025"/>
              <a:ext cx="135900" cy="146700"/>
            </a:xfrm>
            <a:prstGeom prst="chevron">
              <a:avLst>
                <a:gd fmla="val 50000" name="adj"/>
              </a:avLst>
            </a:prstGeom>
            <a:solidFill>
              <a:srgbClr val="4069DD"/>
            </a:solidFill>
            <a:ln cap="flat" cmpd="sng" w="9525">
              <a:solidFill>
                <a:srgbClr val="406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9" name="Google Shape;279;p10"/>
          <p:cNvSpPr txBox="1"/>
          <p:nvPr/>
        </p:nvSpPr>
        <p:spPr>
          <a:xfrm>
            <a:off x="308719" y="28014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280" name="Google Shape;280;p10"/>
          <p:cNvGrpSpPr/>
          <p:nvPr/>
        </p:nvGrpSpPr>
        <p:grpSpPr>
          <a:xfrm>
            <a:off x="190349" y="2907725"/>
            <a:ext cx="137818" cy="187200"/>
            <a:chOff x="507100" y="1540400"/>
            <a:chExt cx="158375" cy="187200"/>
          </a:xfrm>
        </p:grpSpPr>
        <p:sp>
          <p:nvSpPr>
            <p:cNvPr id="281" name="Google Shape;281;p10"/>
            <p:cNvSpPr/>
            <p:nvPr/>
          </p:nvSpPr>
          <p:spPr>
            <a:xfrm>
              <a:off x="529575" y="1540400"/>
              <a:ext cx="135900" cy="187200"/>
            </a:xfrm>
            <a:prstGeom prst="chevron">
              <a:avLst>
                <a:gd fmla="val 50000" name="adj"/>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0"/>
            <p:cNvSpPr/>
            <p:nvPr/>
          </p:nvSpPr>
          <p:spPr>
            <a:xfrm>
              <a:off x="507100" y="1559825"/>
              <a:ext cx="135900" cy="146700"/>
            </a:xfrm>
            <a:prstGeom prst="chevron">
              <a:avLst>
                <a:gd fmla="val 50000" name="adj"/>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3" name="Google Shape;283;p10"/>
          <p:cNvSpPr txBox="1"/>
          <p:nvPr/>
        </p:nvSpPr>
        <p:spPr>
          <a:xfrm>
            <a:off x="290394" y="5399875"/>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284" name="Google Shape;284;p10"/>
          <p:cNvGrpSpPr/>
          <p:nvPr/>
        </p:nvGrpSpPr>
        <p:grpSpPr>
          <a:xfrm>
            <a:off x="172024" y="5506200"/>
            <a:ext cx="137818" cy="187200"/>
            <a:chOff x="507100" y="1997600"/>
            <a:chExt cx="158375" cy="187200"/>
          </a:xfrm>
        </p:grpSpPr>
        <p:sp>
          <p:nvSpPr>
            <p:cNvPr id="285" name="Google Shape;285;p10"/>
            <p:cNvSpPr/>
            <p:nvPr/>
          </p:nvSpPr>
          <p:spPr>
            <a:xfrm>
              <a:off x="529575" y="1997600"/>
              <a:ext cx="135900" cy="187200"/>
            </a:xfrm>
            <a:prstGeom prst="chevron">
              <a:avLst>
                <a:gd fmla="val 50000" name="adj"/>
              </a:avLst>
            </a:prstGeom>
            <a:solidFill>
              <a:srgbClr val="F4B4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0"/>
            <p:cNvSpPr/>
            <p:nvPr/>
          </p:nvSpPr>
          <p:spPr>
            <a:xfrm>
              <a:off x="507100" y="2017025"/>
              <a:ext cx="135900" cy="146700"/>
            </a:xfrm>
            <a:prstGeom prst="chevron">
              <a:avLst>
                <a:gd fmla="val 50000" name="adj"/>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7" name="Google Shape;287;p10"/>
          <p:cNvSpPr txBox="1"/>
          <p:nvPr/>
        </p:nvSpPr>
        <p:spPr>
          <a:xfrm>
            <a:off x="-2480800" y="9126503"/>
            <a:ext cx="30816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t/>
            </a:r>
            <a:endParaRPr i="1" sz="1100">
              <a:solidFill>
                <a:srgbClr val="000000"/>
              </a:solidFill>
              <a:latin typeface="Calibri"/>
              <a:ea typeface="Calibri"/>
              <a:cs typeface="Calibri"/>
              <a:sym typeface="Calibri"/>
            </a:endParaRPr>
          </a:p>
        </p:txBody>
      </p:sp>
      <p:sp>
        <p:nvSpPr>
          <p:cNvPr id="288" name="Google Shape;288;p10"/>
          <p:cNvSpPr txBox="1"/>
          <p:nvPr/>
        </p:nvSpPr>
        <p:spPr>
          <a:xfrm>
            <a:off x="315596" y="7502355"/>
            <a:ext cx="62733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289" name="Google Shape;289;p10"/>
          <p:cNvGrpSpPr/>
          <p:nvPr/>
        </p:nvGrpSpPr>
        <p:grpSpPr>
          <a:xfrm>
            <a:off x="172024" y="7607808"/>
            <a:ext cx="137818" cy="187200"/>
            <a:chOff x="507100" y="1997600"/>
            <a:chExt cx="158375" cy="187200"/>
          </a:xfrm>
        </p:grpSpPr>
        <p:sp>
          <p:nvSpPr>
            <p:cNvPr id="290" name="Google Shape;290;p10"/>
            <p:cNvSpPr/>
            <p:nvPr/>
          </p:nvSpPr>
          <p:spPr>
            <a:xfrm>
              <a:off x="529575" y="1997600"/>
              <a:ext cx="135900" cy="187200"/>
            </a:xfrm>
            <a:prstGeom prst="chevron">
              <a:avLst>
                <a:gd fmla="val 50000" name="adj"/>
              </a:avLst>
            </a:prstGeom>
            <a:solidFill>
              <a:srgbClr val="0F9D5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0"/>
            <p:cNvSpPr/>
            <p:nvPr/>
          </p:nvSpPr>
          <p:spPr>
            <a:xfrm>
              <a:off x="507100" y="2017025"/>
              <a:ext cx="135900" cy="146700"/>
            </a:xfrm>
            <a:prstGeom prst="chevron">
              <a:avLst>
                <a:gd fmla="val 50000" name="adj"/>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2" name="Google Shape;292;p10"/>
          <p:cNvSpPr/>
          <p:nvPr>
            <p:ph idx="3" type="pic"/>
          </p:nvPr>
        </p:nvSpPr>
        <p:spPr>
          <a:xfrm>
            <a:off x="4054775" y="4659950"/>
            <a:ext cx="3035400" cy="2495700"/>
          </a:xfrm>
          <a:prstGeom prst="rect">
            <a:avLst/>
          </a:prstGeom>
          <a:noFill/>
          <a:ln cap="flat" cmpd="sng" w="19050">
            <a:solidFill>
              <a:srgbClr val="000000"/>
            </a:solidFill>
            <a:prstDash val="solid"/>
            <a:round/>
            <a:headEnd len="sm" w="sm" type="none"/>
            <a:tailEnd len="sm" w="sm" type="none"/>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3">
  <p:cSld name="CUSTOM_2_1">
    <p:spTree>
      <p:nvGrpSpPr>
        <p:cNvPr id="293" name="Shape 293"/>
        <p:cNvGrpSpPr/>
        <p:nvPr/>
      </p:nvGrpSpPr>
      <p:grpSpPr>
        <a:xfrm>
          <a:off x="0" y="0"/>
          <a:ext cx="0" cy="0"/>
          <a:chOff x="0" y="0"/>
          <a:chExt cx="0" cy="0"/>
        </a:xfrm>
      </p:grpSpPr>
      <p:cxnSp>
        <p:nvCxnSpPr>
          <p:cNvPr id="294" name="Google Shape;294;p11"/>
          <p:cNvCxnSpPr/>
          <p:nvPr/>
        </p:nvCxnSpPr>
        <p:spPr>
          <a:xfrm>
            <a:off x="400175" y="1369975"/>
            <a:ext cx="0" cy="8693100"/>
          </a:xfrm>
          <a:prstGeom prst="straightConnector1">
            <a:avLst/>
          </a:prstGeom>
          <a:noFill/>
          <a:ln cap="flat" cmpd="sng" w="9525">
            <a:solidFill>
              <a:srgbClr val="B7B7B7"/>
            </a:solidFill>
            <a:prstDash val="solid"/>
            <a:round/>
            <a:headEnd len="med" w="med" type="none"/>
            <a:tailEnd len="med" w="med" type="none"/>
          </a:ln>
        </p:spPr>
      </p:cxnSp>
      <p:grpSp>
        <p:nvGrpSpPr>
          <p:cNvPr id="295" name="Google Shape;295;p11"/>
          <p:cNvGrpSpPr/>
          <p:nvPr/>
        </p:nvGrpSpPr>
        <p:grpSpPr>
          <a:xfrm>
            <a:off x="404725" y="1300475"/>
            <a:ext cx="6908400" cy="72025"/>
            <a:chOff x="404725" y="1681475"/>
            <a:chExt cx="6908400" cy="72025"/>
          </a:xfrm>
        </p:grpSpPr>
        <p:cxnSp>
          <p:nvCxnSpPr>
            <p:cNvPr id="296" name="Google Shape;296;p11"/>
            <p:cNvCxnSpPr/>
            <p:nvPr/>
          </p:nvCxnSpPr>
          <p:spPr>
            <a:xfrm flipH="1" rot="10800000">
              <a:off x="404725" y="1681475"/>
              <a:ext cx="6908400" cy="16800"/>
            </a:xfrm>
            <a:prstGeom prst="straightConnector1">
              <a:avLst/>
            </a:prstGeom>
            <a:noFill/>
            <a:ln cap="flat" cmpd="sng" w="38100">
              <a:solidFill>
                <a:srgbClr val="666666"/>
              </a:solidFill>
              <a:prstDash val="solid"/>
              <a:round/>
              <a:headEnd len="med" w="med" type="none"/>
              <a:tailEnd len="med" w="med" type="none"/>
            </a:ln>
          </p:spPr>
        </p:cxnSp>
        <p:cxnSp>
          <p:nvCxnSpPr>
            <p:cNvPr id="297" name="Google Shape;297;p11"/>
            <p:cNvCxnSpPr/>
            <p:nvPr/>
          </p:nvCxnSpPr>
          <p:spPr>
            <a:xfrm flipH="1" rot="10800000">
              <a:off x="404725" y="1736700"/>
              <a:ext cx="6908400" cy="16800"/>
            </a:xfrm>
            <a:prstGeom prst="straightConnector1">
              <a:avLst/>
            </a:prstGeom>
            <a:noFill/>
            <a:ln cap="flat" cmpd="sng" w="38100">
              <a:solidFill>
                <a:srgbClr val="666666"/>
              </a:solidFill>
              <a:prstDash val="solid"/>
              <a:round/>
              <a:headEnd len="med" w="med" type="none"/>
              <a:tailEnd len="med" w="med" type="none"/>
            </a:ln>
          </p:spPr>
        </p:cxnSp>
      </p:grpSp>
      <p:cxnSp>
        <p:nvCxnSpPr>
          <p:cNvPr id="298" name="Google Shape;298;p11"/>
          <p:cNvCxnSpPr/>
          <p:nvPr/>
        </p:nvCxnSpPr>
        <p:spPr>
          <a:xfrm>
            <a:off x="7324850" y="1360450"/>
            <a:ext cx="0" cy="8731200"/>
          </a:xfrm>
          <a:prstGeom prst="straightConnector1">
            <a:avLst/>
          </a:prstGeom>
          <a:noFill/>
          <a:ln cap="flat" cmpd="sng" w="9525">
            <a:solidFill>
              <a:srgbClr val="B7B7B7"/>
            </a:solidFill>
            <a:prstDash val="solid"/>
            <a:round/>
            <a:headEnd len="med" w="med" type="none"/>
            <a:tailEnd len="med" w="med" type="none"/>
          </a:ln>
        </p:spPr>
      </p:cxnSp>
      <p:cxnSp>
        <p:nvCxnSpPr>
          <p:cNvPr id="299" name="Google Shape;299;p11"/>
          <p:cNvCxnSpPr/>
          <p:nvPr/>
        </p:nvCxnSpPr>
        <p:spPr>
          <a:xfrm rot="10800000">
            <a:off x="438150" y="3276600"/>
            <a:ext cx="6896100" cy="0"/>
          </a:xfrm>
          <a:prstGeom prst="straightConnector1">
            <a:avLst/>
          </a:prstGeom>
          <a:noFill/>
          <a:ln cap="flat" cmpd="sng" w="9525">
            <a:solidFill>
              <a:srgbClr val="CCCCCC"/>
            </a:solidFill>
            <a:prstDash val="solid"/>
            <a:round/>
            <a:headEnd len="med" w="med" type="none"/>
            <a:tailEnd len="med" w="med" type="none"/>
          </a:ln>
        </p:spPr>
      </p:cxnSp>
      <p:cxnSp>
        <p:nvCxnSpPr>
          <p:cNvPr id="300" name="Google Shape;300;p11"/>
          <p:cNvCxnSpPr/>
          <p:nvPr/>
        </p:nvCxnSpPr>
        <p:spPr>
          <a:xfrm>
            <a:off x="3861475" y="3505200"/>
            <a:ext cx="0" cy="6576900"/>
          </a:xfrm>
          <a:prstGeom prst="straightConnector1">
            <a:avLst/>
          </a:prstGeom>
          <a:noFill/>
          <a:ln cap="flat" cmpd="sng" w="9525">
            <a:solidFill>
              <a:srgbClr val="B7B7B7"/>
            </a:solidFill>
            <a:prstDash val="solid"/>
            <a:round/>
            <a:headEnd len="med" w="med" type="none"/>
            <a:tailEnd len="med" w="med" type="none"/>
          </a:ln>
        </p:spPr>
      </p:cxnSp>
      <p:grpSp>
        <p:nvGrpSpPr>
          <p:cNvPr id="301" name="Google Shape;301;p11"/>
          <p:cNvGrpSpPr/>
          <p:nvPr/>
        </p:nvGrpSpPr>
        <p:grpSpPr>
          <a:xfrm>
            <a:off x="417975" y="1504250"/>
            <a:ext cx="2357775" cy="410125"/>
            <a:chOff x="417975" y="1885250"/>
            <a:chExt cx="2357775" cy="410125"/>
          </a:xfrm>
        </p:grpSpPr>
        <p:sp>
          <p:nvSpPr>
            <p:cNvPr id="302" name="Google Shape;302;p11"/>
            <p:cNvSpPr/>
            <p:nvPr/>
          </p:nvSpPr>
          <p:spPr>
            <a:xfrm>
              <a:off x="417975" y="1885250"/>
              <a:ext cx="2020800" cy="410100"/>
            </a:xfrm>
            <a:prstGeom prst="rect">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1"/>
            <p:cNvSpPr/>
            <p:nvPr/>
          </p:nvSpPr>
          <p:spPr>
            <a:xfrm rot="10800000">
              <a:off x="2236350" y="1885875"/>
              <a:ext cx="539400" cy="409500"/>
            </a:xfrm>
            <a:prstGeom prst="chevron">
              <a:avLst>
                <a:gd fmla="val 50000" name="adj"/>
              </a:avLst>
            </a:prstGeom>
            <a:solidFill>
              <a:srgbClr val="595959"/>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
            <p:cNvSpPr/>
            <p:nvPr/>
          </p:nvSpPr>
          <p:spPr>
            <a:xfrm>
              <a:off x="446175" y="1905300"/>
              <a:ext cx="1946700" cy="364200"/>
            </a:xfrm>
            <a:prstGeom prst="rect">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1"/>
            <p:cNvSpPr/>
            <p:nvPr/>
          </p:nvSpPr>
          <p:spPr>
            <a:xfrm rot="10800000">
              <a:off x="2198100" y="1906000"/>
              <a:ext cx="519600" cy="363600"/>
            </a:xfrm>
            <a:prstGeom prst="chevron">
              <a:avLst>
                <a:gd fmla="val 50000" name="adj"/>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6" name="Google Shape;306;p11"/>
          <p:cNvGrpSpPr/>
          <p:nvPr/>
        </p:nvGrpSpPr>
        <p:grpSpPr>
          <a:xfrm>
            <a:off x="417975" y="3276600"/>
            <a:ext cx="2357775" cy="410125"/>
            <a:chOff x="265575" y="3352800"/>
            <a:chExt cx="2357775" cy="410125"/>
          </a:xfrm>
        </p:grpSpPr>
        <p:sp>
          <p:nvSpPr>
            <p:cNvPr id="307" name="Google Shape;307;p11"/>
            <p:cNvSpPr/>
            <p:nvPr/>
          </p:nvSpPr>
          <p:spPr>
            <a:xfrm>
              <a:off x="265575" y="3352800"/>
              <a:ext cx="2020800" cy="410100"/>
            </a:xfrm>
            <a:prstGeom prst="rect">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1"/>
            <p:cNvSpPr/>
            <p:nvPr/>
          </p:nvSpPr>
          <p:spPr>
            <a:xfrm rot="10800000">
              <a:off x="2083950" y="3353425"/>
              <a:ext cx="539400" cy="409500"/>
            </a:xfrm>
            <a:prstGeom prst="chevron">
              <a:avLst>
                <a:gd fmla="val 50000" name="adj"/>
              </a:avLst>
            </a:prstGeom>
            <a:solidFill>
              <a:srgbClr val="595959"/>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p:nvPr/>
          </p:nvSpPr>
          <p:spPr>
            <a:xfrm>
              <a:off x="293775" y="3372850"/>
              <a:ext cx="1946700" cy="364200"/>
            </a:xfrm>
            <a:prstGeom prst="rect">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1"/>
            <p:cNvSpPr/>
            <p:nvPr/>
          </p:nvSpPr>
          <p:spPr>
            <a:xfrm rot="10800000">
              <a:off x="2045700" y="3373550"/>
              <a:ext cx="519600" cy="363600"/>
            </a:xfrm>
            <a:prstGeom prst="chevron">
              <a:avLst>
                <a:gd fmla="val 50000" name="adj"/>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1" name="Google Shape;311;p11"/>
          <p:cNvGrpSpPr/>
          <p:nvPr/>
        </p:nvGrpSpPr>
        <p:grpSpPr>
          <a:xfrm>
            <a:off x="3872044" y="3276600"/>
            <a:ext cx="2747987" cy="410125"/>
            <a:chOff x="3567313" y="3200400"/>
            <a:chExt cx="2357775" cy="410125"/>
          </a:xfrm>
        </p:grpSpPr>
        <p:sp>
          <p:nvSpPr>
            <p:cNvPr id="312" name="Google Shape;312;p11"/>
            <p:cNvSpPr/>
            <p:nvPr/>
          </p:nvSpPr>
          <p:spPr>
            <a:xfrm>
              <a:off x="3567313" y="3200400"/>
              <a:ext cx="2020800" cy="410100"/>
            </a:xfrm>
            <a:prstGeom prst="rect">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1"/>
            <p:cNvSpPr/>
            <p:nvPr/>
          </p:nvSpPr>
          <p:spPr>
            <a:xfrm rot="10800000">
              <a:off x="5385688" y="3201025"/>
              <a:ext cx="539400" cy="409500"/>
            </a:xfrm>
            <a:prstGeom prst="chevron">
              <a:avLst>
                <a:gd fmla="val 50000" name="adj"/>
              </a:avLst>
            </a:prstGeom>
            <a:solidFill>
              <a:srgbClr val="595959"/>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1"/>
            <p:cNvSpPr/>
            <p:nvPr/>
          </p:nvSpPr>
          <p:spPr>
            <a:xfrm>
              <a:off x="3595513" y="3220450"/>
              <a:ext cx="1946700" cy="364200"/>
            </a:xfrm>
            <a:prstGeom prst="rect">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1"/>
            <p:cNvSpPr/>
            <p:nvPr/>
          </p:nvSpPr>
          <p:spPr>
            <a:xfrm rot="10800000">
              <a:off x="5393639" y="3221150"/>
              <a:ext cx="473400" cy="363600"/>
            </a:xfrm>
            <a:prstGeom prst="chevron">
              <a:avLst>
                <a:gd fmla="val 50000" name="adj"/>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6" name="Google Shape;316;p11"/>
          <p:cNvGrpSpPr/>
          <p:nvPr/>
        </p:nvGrpSpPr>
        <p:grpSpPr>
          <a:xfrm>
            <a:off x="417963" y="6597750"/>
            <a:ext cx="2357775" cy="410125"/>
            <a:chOff x="-39237" y="6140550"/>
            <a:chExt cx="2357775" cy="410125"/>
          </a:xfrm>
        </p:grpSpPr>
        <p:sp>
          <p:nvSpPr>
            <p:cNvPr id="317" name="Google Shape;317;p11"/>
            <p:cNvSpPr/>
            <p:nvPr/>
          </p:nvSpPr>
          <p:spPr>
            <a:xfrm>
              <a:off x="-39237" y="6140550"/>
              <a:ext cx="2020800" cy="410100"/>
            </a:xfrm>
            <a:prstGeom prst="rect">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1"/>
            <p:cNvSpPr/>
            <p:nvPr/>
          </p:nvSpPr>
          <p:spPr>
            <a:xfrm rot="10800000">
              <a:off x="1779138" y="6141175"/>
              <a:ext cx="539400" cy="409500"/>
            </a:xfrm>
            <a:prstGeom prst="chevron">
              <a:avLst>
                <a:gd fmla="val 50000" name="adj"/>
              </a:avLst>
            </a:prstGeom>
            <a:solidFill>
              <a:srgbClr val="595959"/>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1"/>
            <p:cNvSpPr/>
            <p:nvPr/>
          </p:nvSpPr>
          <p:spPr>
            <a:xfrm>
              <a:off x="-11037" y="6160600"/>
              <a:ext cx="1946700" cy="364200"/>
            </a:xfrm>
            <a:prstGeom prst="rect">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1"/>
            <p:cNvSpPr/>
            <p:nvPr/>
          </p:nvSpPr>
          <p:spPr>
            <a:xfrm rot="10800000">
              <a:off x="1740888" y="6161300"/>
              <a:ext cx="519600" cy="363600"/>
            </a:xfrm>
            <a:prstGeom prst="chevron">
              <a:avLst>
                <a:gd fmla="val 50000" name="adj"/>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1" name="Google Shape;321;p11"/>
          <p:cNvSpPr txBox="1"/>
          <p:nvPr/>
        </p:nvSpPr>
        <p:spPr>
          <a:xfrm>
            <a:off x="402100" y="1527525"/>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322" name="Google Shape;322;p11"/>
          <p:cNvSpPr txBox="1"/>
          <p:nvPr/>
        </p:nvSpPr>
        <p:spPr>
          <a:xfrm>
            <a:off x="476200" y="3276599"/>
            <a:ext cx="179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323" name="Google Shape;323;p11"/>
          <p:cNvSpPr txBox="1"/>
          <p:nvPr/>
        </p:nvSpPr>
        <p:spPr>
          <a:xfrm>
            <a:off x="623225" y="6602713"/>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324" name="Google Shape;324;p11"/>
          <p:cNvSpPr txBox="1"/>
          <p:nvPr/>
        </p:nvSpPr>
        <p:spPr>
          <a:xfrm>
            <a:off x="3848750" y="3276600"/>
            <a:ext cx="167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325" name="Google Shape;325;p11"/>
          <p:cNvSpPr txBox="1"/>
          <p:nvPr/>
        </p:nvSpPr>
        <p:spPr>
          <a:xfrm>
            <a:off x="3905525" y="4039263"/>
            <a:ext cx="3219000" cy="2604300"/>
          </a:xfrm>
          <a:prstGeom prst="rect">
            <a:avLst/>
          </a:prstGeom>
          <a:noFill/>
          <a:ln>
            <a:noFill/>
          </a:ln>
        </p:spPr>
        <p:txBody>
          <a:bodyPr anchorCtr="0" anchor="t" bIns="91425" lIns="57150" spcFirstLastPara="1" rIns="91425" wrap="square" tIns="91425">
            <a:normAutofit/>
          </a:bodyPr>
          <a:lstStyle/>
          <a:p>
            <a:pPr indent="0" lvl="0" marL="0" rtl="0" algn="l">
              <a:lnSpc>
                <a:spcPct val="115000"/>
              </a:lnSpc>
              <a:spcBef>
                <a:spcPts val="0"/>
              </a:spcBef>
              <a:spcAft>
                <a:spcPts val="1200"/>
              </a:spcAft>
              <a:buNone/>
            </a:pPr>
            <a:r>
              <a:t/>
            </a:r>
            <a:endParaRPr sz="1200">
              <a:solidFill>
                <a:srgbClr val="595959"/>
              </a:solidFill>
              <a:latin typeface="Google Sans"/>
              <a:ea typeface="Google Sans"/>
              <a:cs typeface="Google Sans"/>
              <a:sym typeface="Google Sans"/>
            </a:endParaRPr>
          </a:p>
        </p:txBody>
      </p:sp>
      <p:sp>
        <p:nvSpPr>
          <p:cNvPr id="326" name="Google Shape;326;p11"/>
          <p:cNvSpPr txBox="1"/>
          <p:nvPr/>
        </p:nvSpPr>
        <p:spPr>
          <a:xfrm>
            <a:off x="4183575" y="9228125"/>
            <a:ext cx="3086700" cy="2850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l">
              <a:lnSpc>
                <a:spcPct val="115000"/>
              </a:lnSpc>
              <a:spcBef>
                <a:spcPts val="0"/>
              </a:spcBef>
              <a:spcAft>
                <a:spcPts val="1200"/>
              </a:spcAft>
              <a:buNone/>
            </a:pPr>
            <a:r>
              <a:t/>
            </a:r>
            <a:endParaRPr i="1" sz="1100">
              <a:solidFill>
                <a:srgbClr val="595959"/>
              </a:solidFill>
              <a:latin typeface="Google Sans"/>
              <a:ea typeface="Google Sans"/>
              <a:cs typeface="Google Sans"/>
              <a:sym typeface="Google Sans"/>
            </a:endParaRPr>
          </a:p>
        </p:txBody>
      </p:sp>
      <p:sp>
        <p:nvSpPr>
          <p:cNvPr id="327" name="Google Shape;327;p11"/>
          <p:cNvSpPr/>
          <p:nvPr>
            <p:ph idx="2" type="pic"/>
          </p:nvPr>
        </p:nvSpPr>
        <p:spPr>
          <a:xfrm>
            <a:off x="4076163" y="6199700"/>
            <a:ext cx="3035400" cy="2495700"/>
          </a:xfrm>
          <a:prstGeom prst="rect">
            <a:avLst/>
          </a:prstGeom>
          <a:noFill/>
          <a:ln cap="flat" cmpd="sng" w="19050">
            <a:solidFill>
              <a:srgbClr val="000000"/>
            </a:solidFill>
            <a:prstDash val="solid"/>
            <a:round/>
            <a:headEnd len="sm" w="sm" type="none"/>
            <a:tailEnd len="sm" w="sm" type="none"/>
          </a:ln>
        </p:spPr>
      </p:sp>
    </p:spTree>
  </p:cSld>
  <p:clrMapOvr>
    <a:masterClrMapping/>
  </p:clrMapOvr>
  <p:extLst>
    <p:ext uri="{DCECCB84-F9BA-43D5-87BE-67443E8EF086}">
      <p15:sldGuideLst>
        <p15:guide id="1" pos="255">
          <p15:clr>
            <a:srgbClr val="FA7B17"/>
          </p15:clr>
        </p15:guide>
        <p15:guide id="2" orient="horz" pos="2922">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4">
  <p:cSld name="CUSTOM">
    <p:spTree>
      <p:nvGrpSpPr>
        <p:cNvPr id="328" name="Shape 328"/>
        <p:cNvGrpSpPr/>
        <p:nvPr/>
      </p:nvGrpSpPr>
      <p:grpSpPr>
        <a:xfrm>
          <a:off x="0" y="0"/>
          <a:ext cx="0" cy="0"/>
          <a:chOff x="0" y="0"/>
          <a:chExt cx="0" cy="0"/>
        </a:xfrm>
      </p:grpSpPr>
      <p:sp>
        <p:nvSpPr>
          <p:cNvPr id="329" name="Google Shape;329;p12"/>
          <p:cNvSpPr/>
          <p:nvPr/>
        </p:nvSpPr>
        <p:spPr>
          <a:xfrm flipH="1">
            <a:off x="2748900" y="9168075"/>
            <a:ext cx="5023500" cy="890400"/>
          </a:xfrm>
          <a:prstGeom prst="rtTriangle">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latin typeface="Google Sans"/>
              <a:ea typeface="Google Sans"/>
              <a:cs typeface="Google Sans"/>
              <a:sym typeface="Google Sans"/>
            </a:endParaRPr>
          </a:p>
        </p:txBody>
      </p:sp>
      <p:sp>
        <p:nvSpPr>
          <p:cNvPr id="330" name="Google Shape;330;p12"/>
          <p:cNvSpPr/>
          <p:nvPr/>
        </p:nvSpPr>
        <p:spPr>
          <a:xfrm>
            <a:off x="0" y="9168075"/>
            <a:ext cx="4138800" cy="890400"/>
          </a:xfrm>
          <a:prstGeom prst="rtTriangle">
            <a:avLst/>
          </a:prstGeom>
          <a:solidFill>
            <a:srgbClr val="DB443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latin typeface="Google Sans"/>
              <a:ea typeface="Google Sans"/>
              <a:cs typeface="Google Sans"/>
              <a:sym typeface="Google Sans"/>
            </a:endParaRPr>
          </a:p>
        </p:txBody>
      </p:sp>
      <p:grpSp>
        <p:nvGrpSpPr>
          <p:cNvPr id="331" name="Google Shape;331;p12"/>
          <p:cNvGrpSpPr/>
          <p:nvPr/>
        </p:nvGrpSpPr>
        <p:grpSpPr>
          <a:xfrm>
            <a:off x="95351" y="1392509"/>
            <a:ext cx="7581691" cy="5901"/>
            <a:chOff x="1890075" y="5241175"/>
            <a:chExt cx="4240556" cy="257700"/>
          </a:xfrm>
        </p:grpSpPr>
        <p:sp>
          <p:nvSpPr>
            <p:cNvPr id="332" name="Google Shape;332;p1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33" name="Google Shape;333;p1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34" name="Google Shape;334;p1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35" name="Google Shape;335;p1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336" name="Google Shape;336;p12"/>
          <p:cNvGrpSpPr/>
          <p:nvPr/>
        </p:nvGrpSpPr>
        <p:grpSpPr>
          <a:xfrm>
            <a:off x="95351" y="4542984"/>
            <a:ext cx="7581691" cy="5901"/>
            <a:chOff x="1890075" y="5241175"/>
            <a:chExt cx="4240556" cy="257700"/>
          </a:xfrm>
        </p:grpSpPr>
        <p:sp>
          <p:nvSpPr>
            <p:cNvPr id="337" name="Google Shape;337;p1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38" name="Google Shape;338;p1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39" name="Google Shape;339;p1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40" name="Google Shape;340;p1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341" name="Google Shape;341;p12"/>
          <p:cNvSpPr/>
          <p:nvPr/>
        </p:nvSpPr>
        <p:spPr>
          <a:xfrm>
            <a:off x="432000" y="1624350"/>
            <a:ext cx="1598400" cy="269100"/>
          </a:xfrm>
          <a:prstGeom prst="rect">
            <a:avLst/>
          </a:prstGeom>
          <a:solidFill>
            <a:srgbClr val="4285F4"/>
          </a:solidFill>
          <a:ln cap="flat" cmpd="sng" w="9525">
            <a:solidFill>
              <a:srgbClr val="4285F4"/>
            </a:solidFill>
            <a:prstDash val="solid"/>
            <a:round/>
            <a:headEnd len="sm" w="sm" type="none"/>
            <a:tailEnd len="sm" w="sm" type="none"/>
          </a:ln>
          <a:effectLst>
            <a:outerShdw blurRad="57150" rotWithShape="0" algn="bl" dir="5400000" dist="19050">
              <a:srgbClr val="EEEEEE">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342" name="Google Shape;342;p12"/>
          <p:cNvSpPr/>
          <p:nvPr/>
        </p:nvSpPr>
        <p:spPr>
          <a:xfrm>
            <a:off x="432000" y="2620004"/>
            <a:ext cx="1598400" cy="2850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343" name="Google Shape;343;p12"/>
          <p:cNvSpPr/>
          <p:nvPr/>
        </p:nvSpPr>
        <p:spPr>
          <a:xfrm>
            <a:off x="432000" y="3615673"/>
            <a:ext cx="1598400" cy="2691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344" name="Google Shape;344;p12"/>
          <p:cNvSpPr/>
          <p:nvPr/>
        </p:nvSpPr>
        <p:spPr>
          <a:xfrm>
            <a:off x="432000" y="4676196"/>
            <a:ext cx="1598400" cy="2850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345" name="Google Shape;345;p12"/>
          <p:cNvSpPr/>
          <p:nvPr/>
        </p:nvSpPr>
        <p:spPr>
          <a:xfrm>
            <a:off x="432000" y="8296570"/>
            <a:ext cx="1598400" cy="2691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346" name="Google Shape;346;p12"/>
          <p:cNvGrpSpPr/>
          <p:nvPr/>
        </p:nvGrpSpPr>
        <p:grpSpPr>
          <a:xfrm>
            <a:off x="95351" y="8200359"/>
            <a:ext cx="7581691" cy="5901"/>
            <a:chOff x="1890075" y="5241175"/>
            <a:chExt cx="4240556" cy="257700"/>
          </a:xfrm>
        </p:grpSpPr>
        <p:sp>
          <p:nvSpPr>
            <p:cNvPr id="347" name="Google Shape;347;p1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48" name="Google Shape;348;p1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49" name="Google Shape;349;p1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50" name="Google Shape;350;p1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351" name="Google Shape;351;p12"/>
          <p:cNvSpPr/>
          <p:nvPr>
            <p:ph idx="2" type="pic"/>
          </p:nvPr>
        </p:nvSpPr>
        <p:spPr>
          <a:xfrm>
            <a:off x="4394725" y="4961200"/>
            <a:ext cx="3035400" cy="2495700"/>
          </a:xfrm>
          <a:prstGeom prst="rect">
            <a:avLst/>
          </a:prstGeom>
          <a:noFill/>
          <a:ln cap="flat" cmpd="sng" w="19050">
            <a:solidFill>
              <a:srgbClr val="000000"/>
            </a:solidFill>
            <a:prstDash val="solid"/>
            <a:round/>
            <a:headEnd len="sm" w="sm" type="none"/>
            <a:tailEnd len="sm" w="sm" type="none"/>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p:cSld name="CUSTOM_1">
    <p:spTree>
      <p:nvGrpSpPr>
        <p:cNvPr id="352" name="Shape 35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5">
  <p:cSld name="CUSTOM_2">
    <p:spTree>
      <p:nvGrpSpPr>
        <p:cNvPr id="353" name="Shape 353"/>
        <p:cNvGrpSpPr/>
        <p:nvPr/>
      </p:nvGrpSpPr>
      <p:grpSpPr>
        <a:xfrm>
          <a:off x="0" y="0"/>
          <a:ext cx="0" cy="0"/>
          <a:chOff x="0" y="0"/>
          <a:chExt cx="0" cy="0"/>
        </a:xfrm>
      </p:grpSpPr>
      <p:cxnSp>
        <p:nvCxnSpPr>
          <p:cNvPr id="354" name="Google Shape;354;p14"/>
          <p:cNvCxnSpPr/>
          <p:nvPr/>
        </p:nvCxnSpPr>
        <p:spPr>
          <a:xfrm>
            <a:off x="3049395" y="1359111"/>
            <a:ext cx="0" cy="5924400"/>
          </a:xfrm>
          <a:prstGeom prst="straightConnector1">
            <a:avLst/>
          </a:prstGeom>
          <a:noFill/>
          <a:ln cap="flat" cmpd="sng" w="9525">
            <a:solidFill>
              <a:srgbClr val="CCCCCC"/>
            </a:solidFill>
            <a:prstDash val="solid"/>
            <a:round/>
            <a:headEnd len="med" w="med" type="none"/>
            <a:tailEnd len="med" w="med" type="none"/>
          </a:ln>
        </p:spPr>
      </p:cxnSp>
      <p:cxnSp>
        <p:nvCxnSpPr>
          <p:cNvPr id="355" name="Google Shape;355;p14"/>
          <p:cNvCxnSpPr>
            <a:stCxn id="356" idx="0"/>
          </p:cNvCxnSpPr>
          <p:nvPr/>
        </p:nvCxnSpPr>
        <p:spPr>
          <a:xfrm flipH="1">
            <a:off x="172020" y="1360808"/>
            <a:ext cx="18300" cy="9187200"/>
          </a:xfrm>
          <a:prstGeom prst="straightConnector1">
            <a:avLst/>
          </a:prstGeom>
          <a:noFill/>
          <a:ln cap="flat" cmpd="sng" w="9525">
            <a:solidFill>
              <a:srgbClr val="CCCCCC"/>
            </a:solidFill>
            <a:prstDash val="solid"/>
            <a:round/>
            <a:headEnd len="med" w="med" type="none"/>
            <a:tailEnd len="med" w="med" type="none"/>
          </a:ln>
        </p:spPr>
      </p:cxnSp>
      <p:grpSp>
        <p:nvGrpSpPr>
          <p:cNvPr id="357" name="Google Shape;357;p14"/>
          <p:cNvGrpSpPr/>
          <p:nvPr/>
        </p:nvGrpSpPr>
        <p:grpSpPr>
          <a:xfrm>
            <a:off x="190320" y="1357857"/>
            <a:ext cx="7581691" cy="5901"/>
            <a:chOff x="1890075" y="5241175"/>
            <a:chExt cx="4240556" cy="257700"/>
          </a:xfrm>
        </p:grpSpPr>
        <p:sp>
          <p:nvSpPr>
            <p:cNvPr id="356" name="Google Shape;356;p14"/>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58" name="Google Shape;358;p14"/>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59" name="Google Shape;359;p14"/>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60" name="Google Shape;360;p14"/>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361" name="Google Shape;361;p14"/>
          <p:cNvGrpSpPr/>
          <p:nvPr/>
        </p:nvGrpSpPr>
        <p:grpSpPr>
          <a:xfrm>
            <a:off x="190320" y="1388959"/>
            <a:ext cx="7581691" cy="5901"/>
            <a:chOff x="1890075" y="5241175"/>
            <a:chExt cx="4240556" cy="257700"/>
          </a:xfrm>
        </p:grpSpPr>
        <p:sp>
          <p:nvSpPr>
            <p:cNvPr id="362" name="Google Shape;362;p14"/>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63" name="Google Shape;363;p14"/>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64" name="Google Shape;364;p14"/>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365" name="Google Shape;365;p14"/>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366" name="Google Shape;366;p14"/>
          <p:cNvSpPr txBox="1"/>
          <p:nvPr/>
        </p:nvSpPr>
        <p:spPr>
          <a:xfrm>
            <a:off x="490594" y="15441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367" name="Google Shape;367;p14"/>
          <p:cNvGrpSpPr/>
          <p:nvPr/>
        </p:nvGrpSpPr>
        <p:grpSpPr>
          <a:xfrm>
            <a:off x="372224" y="1650425"/>
            <a:ext cx="137818" cy="187200"/>
            <a:chOff x="507100" y="1997600"/>
            <a:chExt cx="158375" cy="187200"/>
          </a:xfrm>
        </p:grpSpPr>
        <p:sp>
          <p:nvSpPr>
            <p:cNvPr id="368" name="Google Shape;368;p14"/>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4"/>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0" name="Google Shape;370;p14"/>
          <p:cNvSpPr txBox="1"/>
          <p:nvPr/>
        </p:nvSpPr>
        <p:spPr>
          <a:xfrm>
            <a:off x="3314919" y="15441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371" name="Google Shape;371;p14"/>
          <p:cNvGrpSpPr/>
          <p:nvPr/>
        </p:nvGrpSpPr>
        <p:grpSpPr>
          <a:xfrm>
            <a:off x="3196549" y="1650425"/>
            <a:ext cx="137818" cy="187200"/>
            <a:chOff x="507100" y="1997600"/>
            <a:chExt cx="158375" cy="187200"/>
          </a:xfrm>
        </p:grpSpPr>
        <p:sp>
          <p:nvSpPr>
            <p:cNvPr id="372" name="Google Shape;372;p14"/>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4"/>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4" name="Google Shape;374;p14"/>
          <p:cNvSpPr txBox="1"/>
          <p:nvPr/>
        </p:nvSpPr>
        <p:spPr>
          <a:xfrm>
            <a:off x="3314919" y="43673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KEY INSIGHTS </a:t>
            </a:r>
            <a:endParaRPr sz="1500">
              <a:latin typeface="Work Sans"/>
              <a:ea typeface="Work Sans"/>
              <a:cs typeface="Work Sans"/>
              <a:sym typeface="Work Sans"/>
            </a:endParaRPr>
          </a:p>
        </p:txBody>
      </p:sp>
      <p:grpSp>
        <p:nvGrpSpPr>
          <p:cNvPr id="375" name="Google Shape;375;p14"/>
          <p:cNvGrpSpPr/>
          <p:nvPr/>
        </p:nvGrpSpPr>
        <p:grpSpPr>
          <a:xfrm>
            <a:off x="3196549" y="4473625"/>
            <a:ext cx="137818" cy="187200"/>
            <a:chOff x="507100" y="1997600"/>
            <a:chExt cx="158375" cy="187200"/>
          </a:xfrm>
        </p:grpSpPr>
        <p:sp>
          <p:nvSpPr>
            <p:cNvPr id="376" name="Google Shape;376;p14"/>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4"/>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 name="Google Shape;378;p14"/>
          <p:cNvGrpSpPr/>
          <p:nvPr/>
        </p:nvGrpSpPr>
        <p:grpSpPr>
          <a:xfrm>
            <a:off x="172050" y="5100163"/>
            <a:ext cx="2852450" cy="4958106"/>
            <a:chOff x="404700" y="4541500"/>
            <a:chExt cx="2852450" cy="5007177"/>
          </a:xfrm>
        </p:grpSpPr>
        <p:sp>
          <p:nvSpPr>
            <p:cNvPr id="379" name="Google Shape;379;p14"/>
            <p:cNvSpPr/>
            <p:nvPr/>
          </p:nvSpPr>
          <p:spPr>
            <a:xfrm>
              <a:off x="404700" y="4574122"/>
              <a:ext cx="2758200" cy="4933800"/>
            </a:xfrm>
            <a:prstGeom prst="rect">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4"/>
            <p:cNvSpPr/>
            <p:nvPr/>
          </p:nvSpPr>
          <p:spPr>
            <a:xfrm>
              <a:off x="452450" y="4614877"/>
              <a:ext cx="2804700" cy="4933800"/>
            </a:xfrm>
            <a:prstGeom prst="rect">
              <a:avLst/>
            </a:prstGeom>
            <a:solidFill>
              <a:srgbClr val="CCCC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4"/>
            <p:cNvSpPr txBox="1"/>
            <p:nvPr/>
          </p:nvSpPr>
          <p:spPr>
            <a:xfrm>
              <a:off x="643125" y="4541500"/>
              <a:ext cx="2595900" cy="41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IMPACT</a:t>
              </a:r>
              <a:endParaRPr sz="1500">
                <a:latin typeface="Work Sans"/>
                <a:ea typeface="Work Sans"/>
                <a:cs typeface="Work Sans"/>
                <a:sym typeface="Work Sans"/>
              </a:endParaRPr>
            </a:p>
          </p:txBody>
        </p:sp>
        <p:sp>
          <p:nvSpPr>
            <p:cNvPr id="382" name="Google Shape;382;p14"/>
            <p:cNvSpPr/>
            <p:nvPr/>
          </p:nvSpPr>
          <p:spPr>
            <a:xfrm>
              <a:off x="529575" y="4663612"/>
              <a:ext cx="135900" cy="2004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4"/>
            <p:cNvSpPr/>
            <p:nvPr/>
          </p:nvSpPr>
          <p:spPr>
            <a:xfrm>
              <a:off x="507100" y="4684392"/>
              <a:ext cx="135900" cy="1569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4" name="Google Shape;384;p14"/>
          <p:cNvSpPr txBox="1"/>
          <p:nvPr/>
        </p:nvSpPr>
        <p:spPr>
          <a:xfrm>
            <a:off x="190350" y="11200"/>
            <a:ext cx="7290900" cy="771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0" lvl="0" marL="0" rtl="0" algn="ctr">
              <a:spcBef>
                <a:spcPts val="0"/>
              </a:spcBef>
              <a:spcAft>
                <a:spcPts val="0"/>
              </a:spcAft>
              <a:buNone/>
            </a:pPr>
            <a:r>
              <a:t/>
            </a:r>
            <a:endParaRPr sz="2100">
              <a:solidFill>
                <a:srgbClr val="000000"/>
              </a:solidFill>
              <a:latin typeface="Google Sans SemiBold"/>
              <a:ea typeface="Google Sans SemiBold"/>
              <a:cs typeface="Google Sans SemiBold"/>
              <a:sym typeface="Google Sans SemiBold"/>
            </a:endParaRPr>
          </a:p>
        </p:txBody>
      </p:sp>
      <p:sp>
        <p:nvSpPr>
          <p:cNvPr id="385" name="Google Shape;385;p14"/>
          <p:cNvSpPr txBox="1"/>
          <p:nvPr/>
        </p:nvSpPr>
        <p:spPr>
          <a:xfrm>
            <a:off x="2226300" y="513400"/>
            <a:ext cx="32190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t/>
            </a:r>
            <a:endParaRPr sz="1200">
              <a:solidFill>
                <a:srgbClr val="000000"/>
              </a:solidFill>
              <a:latin typeface="PT Sans Narrow"/>
              <a:ea typeface="PT Sans Narrow"/>
              <a:cs typeface="PT Sans Narrow"/>
              <a:sym typeface="PT Sans Narrow"/>
            </a:endParaRPr>
          </a:p>
        </p:txBody>
      </p:sp>
      <p:sp>
        <p:nvSpPr>
          <p:cNvPr id="386" name="Google Shape;386;p14"/>
          <p:cNvSpPr/>
          <p:nvPr>
            <p:ph idx="2" type="pic"/>
          </p:nvPr>
        </p:nvSpPr>
        <p:spPr>
          <a:xfrm>
            <a:off x="4467025" y="5862300"/>
            <a:ext cx="3006900" cy="2044800"/>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6">
  <p:cSld name="CUSTOM_2_2">
    <p:spTree>
      <p:nvGrpSpPr>
        <p:cNvPr id="387" name="Shape 387"/>
        <p:cNvGrpSpPr/>
        <p:nvPr/>
      </p:nvGrpSpPr>
      <p:grpSpPr>
        <a:xfrm>
          <a:off x="0" y="0"/>
          <a:ext cx="0" cy="0"/>
          <a:chOff x="0" y="0"/>
          <a:chExt cx="0" cy="0"/>
        </a:xfrm>
      </p:grpSpPr>
      <p:sp>
        <p:nvSpPr>
          <p:cNvPr id="388" name="Google Shape;388;p15"/>
          <p:cNvSpPr/>
          <p:nvPr/>
        </p:nvSpPr>
        <p:spPr>
          <a:xfrm flipH="1">
            <a:off x="2748900" y="9168075"/>
            <a:ext cx="5023500" cy="890400"/>
          </a:xfrm>
          <a:prstGeom prst="rtTriangle">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Google Sans"/>
              <a:ea typeface="Google Sans"/>
              <a:cs typeface="Google Sans"/>
              <a:sym typeface="Google Sans"/>
            </a:endParaRPr>
          </a:p>
        </p:txBody>
      </p:sp>
      <p:sp>
        <p:nvSpPr>
          <p:cNvPr id="389" name="Google Shape;389;p15"/>
          <p:cNvSpPr/>
          <p:nvPr/>
        </p:nvSpPr>
        <p:spPr>
          <a:xfrm>
            <a:off x="0" y="9168075"/>
            <a:ext cx="4138800" cy="890400"/>
          </a:xfrm>
          <a:prstGeom prst="rtTriangle">
            <a:avLst/>
          </a:prstGeom>
          <a:solidFill>
            <a:srgbClr val="DB443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Google Sans"/>
              <a:ea typeface="Google Sans"/>
              <a:cs typeface="Google Sans"/>
              <a:sym typeface="Google Sans"/>
            </a:endParaRPr>
          </a:p>
        </p:txBody>
      </p:sp>
      <p:grpSp>
        <p:nvGrpSpPr>
          <p:cNvPr id="390" name="Google Shape;390;p15"/>
          <p:cNvGrpSpPr/>
          <p:nvPr/>
        </p:nvGrpSpPr>
        <p:grpSpPr>
          <a:xfrm>
            <a:off x="95351" y="1392509"/>
            <a:ext cx="7581691" cy="5901"/>
            <a:chOff x="1890075" y="5241175"/>
            <a:chExt cx="4240556" cy="257700"/>
          </a:xfrm>
        </p:grpSpPr>
        <p:sp>
          <p:nvSpPr>
            <p:cNvPr id="391" name="Google Shape;391;p1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92" name="Google Shape;392;p1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93" name="Google Shape;393;p1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94" name="Google Shape;394;p1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395" name="Google Shape;395;p15"/>
          <p:cNvGrpSpPr/>
          <p:nvPr/>
        </p:nvGrpSpPr>
        <p:grpSpPr>
          <a:xfrm>
            <a:off x="95351" y="4542984"/>
            <a:ext cx="7581691" cy="5901"/>
            <a:chOff x="1890075" y="5241175"/>
            <a:chExt cx="4240556" cy="257700"/>
          </a:xfrm>
        </p:grpSpPr>
        <p:sp>
          <p:nvSpPr>
            <p:cNvPr id="396" name="Google Shape;396;p1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97" name="Google Shape;397;p1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98" name="Google Shape;398;p1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99" name="Google Shape;399;p1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400" name="Google Shape;400;p15"/>
          <p:cNvSpPr/>
          <p:nvPr/>
        </p:nvSpPr>
        <p:spPr>
          <a:xfrm>
            <a:off x="432000" y="1624350"/>
            <a:ext cx="1598400" cy="269100"/>
          </a:xfrm>
          <a:prstGeom prst="rect">
            <a:avLst/>
          </a:prstGeom>
          <a:solidFill>
            <a:srgbClr val="4285F4"/>
          </a:solidFill>
          <a:ln cap="flat" cmpd="sng" w="9525">
            <a:solidFill>
              <a:srgbClr val="4285F4"/>
            </a:solidFill>
            <a:prstDash val="solid"/>
            <a:round/>
            <a:headEnd len="sm" w="sm" type="none"/>
            <a:tailEnd len="sm" w="sm" type="none"/>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Overview </a:t>
            </a:r>
            <a:endParaRPr b="1">
              <a:solidFill>
                <a:schemeClr val="dk1"/>
              </a:solidFill>
              <a:latin typeface="Google Sans"/>
              <a:ea typeface="Google Sans"/>
              <a:cs typeface="Google Sans"/>
              <a:sym typeface="Google Sans"/>
            </a:endParaRPr>
          </a:p>
        </p:txBody>
      </p:sp>
      <p:sp>
        <p:nvSpPr>
          <p:cNvPr id="401" name="Google Shape;401;p15"/>
          <p:cNvSpPr/>
          <p:nvPr/>
        </p:nvSpPr>
        <p:spPr>
          <a:xfrm>
            <a:off x="432000" y="3153404"/>
            <a:ext cx="1598400" cy="2850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Objective</a:t>
            </a:r>
            <a:endParaRPr b="1">
              <a:solidFill>
                <a:schemeClr val="dk1"/>
              </a:solidFill>
              <a:latin typeface="Google Sans"/>
              <a:ea typeface="Google Sans"/>
              <a:cs typeface="Google Sans"/>
              <a:sym typeface="Google Sans"/>
            </a:endParaRPr>
          </a:p>
        </p:txBody>
      </p:sp>
      <p:sp>
        <p:nvSpPr>
          <p:cNvPr id="402" name="Google Shape;402;p15"/>
          <p:cNvSpPr/>
          <p:nvPr/>
        </p:nvSpPr>
        <p:spPr>
          <a:xfrm>
            <a:off x="432000" y="4904796"/>
            <a:ext cx="1598400" cy="2850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Results </a:t>
            </a:r>
            <a:endParaRPr b="1">
              <a:solidFill>
                <a:schemeClr val="dk1"/>
              </a:solidFill>
              <a:latin typeface="Google Sans"/>
              <a:ea typeface="Google Sans"/>
              <a:cs typeface="Google Sans"/>
              <a:sym typeface="Google Sans"/>
            </a:endParaRPr>
          </a:p>
        </p:txBody>
      </p:sp>
      <p:sp>
        <p:nvSpPr>
          <p:cNvPr id="403" name="Google Shape;403;p15"/>
          <p:cNvSpPr/>
          <p:nvPr/>
        </p:nvSpPr>
        <p:spPr>
          <a:xfrm>
            <a:off x="432000" y="8144170"/>
            <a:ext cx="1598400" cy="2691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Next Steps </a:t>
            </a:r>
            <a:endParaRPr b="1">
              <a:solidFill>
                <a:schemeClr val="dk1"/>
              </a:solidFill>
              <a:latin typeface="Google Sans"/>
              <a:ea typeface="Google Sans"/>
              <a:cs typeface="Google Sans"/>
              <a:sym typeface="Google Sans"/>
            </a:endParaRPr>
          </a:p>
        </p:txBody>
      </p:sp>
      <p:grpSp>
        <p:nvGrpSpPr>
          <p:cNvPr id="404" name="Google Shape;404;p15"/>
          <p:cNvGrpSpPr/>
          <p:nvPr/>
        </p:nvGrpSpPr>
        <p:grpSpPr>
          <a:xfrm>
            <a:off x="95351" y="7971759"/>
            <a:ext cx="7581691" cy="5901"/>
            <a:chOff x="1890075" y="5241175"/>
            <a:chExt cx="4240556" cy="257700"/>
          </a:xfrm>
        </p:grpSpPr>
        <p:sp>
          <p:nvSpPr>
            <p:cNvPr id="405" name="Google Shape;405;p1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06" name="Google Shape;406;p1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07" name="Google Shape;407;p1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08" name="Google Shape;408;p1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409" name="Google Shape;409;p15"/>
          <p:cNvSpPr/>
          <p:nvPr>
            <p:ph idx="2" type="pic"/>
          </p:nvPr>
        </p:nvSpPr>
        <p:spPr>
          <a:xfrm>
            <a:off x="4467025" y="5862300"/>
            <a:ext cx="3006900" cy="2044800"/>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indent="-317500" lvl="1" marL="9144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indent="-317500" lvl="2" marL="13716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indent="-317500" lvl="3" marL="18288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indent="-317500" lvl="4" marL="22860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indent="-317500" lvl="5" marL="27432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indent="-317500" lvl="6" marL="32004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indent="-317500" lvl="7" marL="36576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indent="-317500" lvl="8" marL="41148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p:txBody>
      </p:sp>
      <p:sp>
        <p:nvSpPr>
          <p:cNvPr id="8" name="Google Shape;8;p1"/>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2"/>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91" name="Shape 191"/>
        <p:cNvGrpSpPr/>
        <p:nvPr/>
      </p:nvGrpSpPr>
      <p:grpSpPr>
        <a:xfrm>
          <a:off x="0" y="0"/>
          <a:ext cx="0" cy="0"/>
          <a:chOff x="0" y="0"/>
          <a:chExt cx="0" cy="0"/>
        </a:xfrm>
      </p:grpSpPr>
      <p:sp>
        <p:nvSpPr>
          <p:cNvPr id="192" name="Google Shape;192;p8"/>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93" name="Google Shape;193;p8"/>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indent="-317500" lvl="1" marL="9144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indent="-317500" lvl="2" marL="13716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indent="-317500" lvl="3" marL="18288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indent="-317500" lvl="4" marL="22860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indent="-317500" lvl="5" marL="27432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indent="-317500" lvl="6" marL="32004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indent="-317500" lvl="7" marL="36576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indent="-317500" lvl="8" marL="41148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p:txBody>
      </p:sp>
      <p:sp>
        <p:nvSpPr>
          <p:cNvPr id="194" name="Google Shape;194;p8"/>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95" name="Google Shape;195;p8"/>
          <p:cNvSpPr txBox="1"/>
          <p:nvPr/>
        </p:nvSpPr>
        <p:spPr>
          <a:xfrm>
            <a:off x="3247350" y="1195375"/>
            <a:ext cx="449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2"/>
              </a:solidFill>
            </a:endParaRPr>
          </a:p>
        </p:txBody>
      </p:sp>
    </p:spTree>
  </p:cSld>
  <p:clrMap accent1="accent1" accent2="accent2" accent3="accent3" accent4="accent4" accent5="accent5" accent6="accent6" bg1="lt1" bg2="dk2" tx1="dk1" tx2="lt2" folHlink="folHlink" hlink="hlink"/>
  <p:sldLayoutIdLst>
    <p:sldLayoutId id="2147483654" r:id="rId1"/>
    <p:sldLayoutId id="2147483655" r:id="rId2"/>
    <p:sldLayoutId id="2147483656" r:id="rId3"/>
    <p:sldLayoutId id="2147483657" r:id="rId4"/>
    <p:sldLayoutId id="2147483658" r:id="rId5"/>
    <p:sldLayoutId id="2147483659" r:id="rId6"/>
    <p:sldLayoutId id="2147483660"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16"/>
          <p:cNvSpPr txBox="1"/>
          <p:nvPr/>
        </p:nvSpPr>
        <p:spPr>
          <a:xfrm>
            <a:off x="347700" y="5425"/>
            <a:ext cx="7077000" cy="11853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b="1" lang="en" sz="1800">
                <a:solidFill>
                  <a:schemeClr val="dk1"/>
                </a:solidFill>
                <a:latin typeface="Google Sans"/>
                <a:ea typeface="Google Sans"/>
                <a:cs typeface="Google Sans"/>
                <a:sym typeface="Google Sans"/>
              </a:rPr>
              <a:t>Executive Summary</a:t>
            </a:r>
            <a:endParaRPr b="1" sz="1800">
              <a:solidFill>
                <a:schemeClr val="dk1"/>
              </a:solidFill>
              <a:latin typeface="Google Sans"/>
              <a:ea typeface="Google Sans"/>
              <a:cs typeface="Google Sans"/>
              <a:sym typeface="Google Sans"/>
            </a:endParaRPr>
          </a:p>
          <a:p>
            <a:pPr indent="0" lvl="0" marL="0" rtl="0" algn="l">
              <a:lnSpc>
                <a:spcPct val="150000"/>
              </a:lnSpc>
              <a:spcBef>
                <a:spcPts val="0"/>
              </a:spcBef>
              <a:spcAft>
                <a:spcPts val="0"/>
              </a:spcAft>
              <a:buNone/>
            </a:pPr>
            <a:r>
              <a:rPr b="1" lang="en" sz="1600">
                <a:solidFill>
                  <a:schemeClr val="dk1"/>
                </a:solidFill>
                <a:latin typeface="Google Sans SemiBold"/>
                <a:ea typeface="Google Sans SemiBold"/>
                <a:cs typeface="Google Sans SemiBold"/>
                <a:sym typeface="Google Sans SemiBold"/>
              </a:rPr>
              <a:t>User Churn Project | Exploratory Data Analysis</a:t>
            </a:r>
            <a:endParaRPr b="1" sz="1600">
              <a:latin typeface="Google Sans"/>
              <a:ea typeface="Google Sans"/>
              <a:cs typeface="Google Sans"/>
              <a:sym typeface="Google Sans"/>
            </a:endParaRPr>
          </a:p>
          <a:p>
            <a:pPr indent="0" lvl="0" marL="0" rtl="0" algn="l">
              <a:spcBef>
                <a:spcPts val="0"/>
              </a:spcBef>
              <a:spcAft>
                <a:spcPts val="1200"/>
              </a:spcAft>
              <a:buNone/>
            </a:pPr>
            <a:r>
              <a:rPr lang="en">
                <a:solidFill>
                  <a:schemeClr val="dk1"/>
                </a:solidFill>
                <a:latin typeface="Roboto"/>
                <a:ea typeface="Roboto"/>
                <a:cs typeface="Roboto"/>
                <a:sym typeface="Roboto"/>
              </a:rPr>
              <a:t>Prepared for: Waze Leadership Team</a:t>
            </a:r>
            <a:endParaRPr b="1">
              <a:latin typeface="Google Sans"/>
              <a:ea typeface="Google Sans"/>
              <a:cs typeface="Google Sans"/>
              <a:sym typeface="Google Sans"/>
            </a:endParaRPr>
          </a:p>
        </p:txBody>
      </p:sp>
      <p:sp>
        <p:nvSpPr>
          <p:cNvPr id="415" name="Google Shape;415;p16"/>
          <p:cNvSpPr txBox="1"/>
          <p:nvPr/>
        </p:nvSpPr>
        <p:spPr>
          <a:xfrm>
            <a:off x="459675" y="3818525"/>
            <a:ext cx="2471700" cy="1477500"/>
          </a:xfrm>
          <a:prstGeom prst="rect">
            <a:avLst/>
          </a:prstGeom>
          <a:noFill/>
          <a:ln>
            <a:noFill/>
          </a:ln>
        </p:spPr>
        <p:txBody>
          <a:bodyPr anchorCtr="0" anchor="t" bIns="91425" lIns="91425" spcFirstLastPara="1" rIns="91425" wrap="square" tIns="91425">
            <a:spAutoFit/>
          </a:bodyPr>
          <a:lstStyle/>
          <a:p>
            <a:pPr indent="-304800" lvl="0" marL="285750" rtl="0" algn="just">
              <a:spcBef>
                <a:spcPts val="0"/>
              </a:spcBef>
              <a:spcAft>
                <a:spcPts val="0"/>
              </a:spcAft>
              <a:buSzPts val="1200"/>
              <a:buFont typeface="Google Sans"/>
              <a:buChar char="●"/>
            </a:pPr>
            <a:r>
              <a:rPr lang="en" sz="1200">
                <a:latin typeface="Google Sans"/>
                <a:ea typeface="Google Sans"/>
                <a:cs typeface="Google Sans"/>
                <a:sym typeface="Google Sans"/>
              </a:rPr>
              <a:t>Preliminary EDA is complete.</a:t>
            </a:r>
            <a:endParaRPr sz="1200">
              <a:latin typeface="Google Sans"/>
              <a:ea typeface="Google Sans"/>
              <a:cs typeface="Google Sans"/>
              <a:sym typeface="Google Sans"/>
            </a:endParaRPr>
          </a:p>
          <a:p>
            <a:pPr indent="0" lvl="0" marL="0" rtl="0" algn="just">
              <a:spcBef>
                <a:spcPts val="0"/>
              </a:spcBef>
              <a:spcAft>
                <a:spcPts val="0"/>
              </a:spcAft>
              <a:buNone/>
            </a:pPr>
            <a:r>
              <a:t/>
            </a:r>
            <a:endParaRPr sz="1200">
              <a:latin typeface="Google Sans"/>
              <a:ea typeface="Google Sans"/>
              <a:cs typeface="Google Sans"/>
              <a:sym typeface="Google Sans"/>
            </a:endParaRPr>
          </a:p>
          <a:p>
            <a:pPr indent="0" lvl="0" marL="0" rtl="0" algn="just">
              <a:spcBef>
                <a:spcPts val="0"/>
              </a:spcBef>
              <a:spcAft>
                <a:spcPts val="0"/>
              </a:spcAft>
              <a:buNone/>
            </a:pPr>
            <a:r>
              <a:t/>
            </a:r>
            <a:endParaRPr sz="1200">
              <a:latin typeface="Google Sans"/>
              <a:ea typeface="Google Sans"/>
              <a:cs typeface="Google Sans"/>
              <a:sym typeface="Google Sans"/>
            </a:endParaRPr>
          </a:p>
          <a:p>
            <a:pPr indent="-304800" lvl="0" marL="285750" rtl="0" algn="just">
              <a:spcBef>
                <a:spcPts val="0"/>
              </a:spcBef>
              <a:spcAft>
                <a:spcPts val="0"/>
              </a:spcAft>
              <a:buSzPts val="1200"/>
              <a:buFont typeface="Google Sans"/>
              <a:buChar char="●"/>
            </a:pPr>
            <a:r>
              <a:rPr lang="en" sz="1200">
                <a:latin typeface="Google Sans"/>
                <a:ea typeface="Google Sans"/>
                <a:cs typeface="Google Sans"/>
                <a:sym typeface="Google Sans"/>
              </a:rPr>
              <a:t>Once concerns &amp; questions regarding the data source is answered, ML model construction commences.</a:t>
            </a:r>
            <a:endParaRPr sz="1200">
              <a:latin typeface="Google Sans"/>
              <a:ea typeface="Google Sans"/>
              <a:cs typeface="Google Sans"/>
              <a:sym typeface="Google Sans"/>
            </a:endParaRPr>
          </a:p>
        </p:txBody>
      </p:sp>
      <p:sp>
        <p:nvSpPr>
          <p:cNvPr id="416" name="Google Shape;416;p16"/>
          <p:cNvSpPr txBox="1"/>
          <p:nvPr/>
        </p:nvSpPr>
        <p:spPr>
          <a:xfrm>
            <a:off x="535875" y="2028700"/>
            <a:ext cx="6575700" cy="1126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a:solidFill>
                  <a:schemeClr val="dk2"/>
                </a:solidFill>
                <a:latin typeface="Google Sans"/>
                <a:ea typeface="Google Sans"/>
                <a:cs typeface="Google Sans"/>
                <a:sym typeface="Google Sans"/>
              </a:rPr>
              <a:t>The Waze data team is currently developing a data analytics project aimed at increasing overall growth by preventing monthly user churn on the Waze app. Data team is required to perform Exploratory Data Analysis to provide insights from the dataset, prepare, and validate it for future ML models.</a:t>
            </a:r>
            <a:endParaRPr>
              <a:solidFill>
                <a:schemeClr val="dk2"/>
              </a:solidFill>
              <a:latin typeface="Google Sans"/>
              <a:ea typeface="Google Sans"/>
              <a:cs typeface="Google Sans"/>
              <a:sym typeface="Google Sans"/>
            </a:endParaRPr>
          </a:p>
        </p:txBody>
      </p:sp>
      <p:sp>
        <p:nvSpPr>
          <p:cNvPr id="417" name="Google Shape;417;p16"/>
          <p:cNvSpPr txBox="1"/>
          <p:nvPr/>
        </p:nvSpPr>
        <p:spPr>
          <a:xfrm>
            <a:off x="3906850" y="3648075"/>
            <a:ext cx="3417900" cy="3988500"/>
          </a:xfrm>
          <a:prstGeom prst="rect">
            <a:avLst/>
          </a:prstGeom>
          <a:noFill/>
          <a:ln>
            <a:noFill/>
          </a:ln>
        </p:spPr>
        <p:txBody>
          <a:bodyPr anchorCtr="0" anchor="t" bIns="91425" lIns="91425" spcFirstLastPara="1" rIns="91425" wrap="square" tIns="91425">
            <a:noAutofit/>
          </a:bodyPr>
          <a:lstStyle/>
          <a:p>
            <a:pPr indent="-311150" lvl="0" marL="228600" rtl="0" algn="just">
              <a:spcBef>
                <a:spcPts val="0"/>
              </a:spcBef>
              <a:spcAft>
                <a:spcPts val="0"/>
              </a:spcAft>
              <a:buClr>
                <a:schemeClr val="dk1"/>
              </a:buClr>
              <a:buSzPts val="1300"/>
              <a:buChar char="●"/>
            </a:pPr>
            <a:r>
              <a:rPr lang="en" sz="1300">
                <a:solidFill>
                  <a:schemeClr val="dk1"/>
                </a:solidFill>
                <a:highlight>
                  <a:srgbClr val="FFFFFF"/>
                </a:highlight>
              </a:rPr>
              <a:t>number of driving days and app usage days are roughly unformly distrubuted, however app usage days among churned users is concentrated on much less days.</a:t>
            </a:r>
            <a:endParaRPr sz="1300">
              <a:solidFill>
                <a:schemeClr val="dk1"/>
              </a:solidFill>
              <a:highlight>
                <a:srgbClr val="FFFFFF"/>
              </a:highlight>
            </a:endParaRPr>
          </a:p>
          <a:p>
            <a:pPr indent="0" lvl="0" marL="0" rtl="0" algn="just">
              <a:spcBef>
                <a:spcPts val="0"/>
              </a:spcBef>
              <a:spcAft>
                <a:spcPts val="0"/>
              </a:spcAft>
              <a:buNone/>
            </a:pPr>
            <a:r>
              <a:t/>
            </a:r>
            <a:endParaRPr sz="1300">
              <a:solidFill>
                <a:schemeClr val="dk1"/>
              </a:solidFill>
              <a:highlight>
                <a:srgbClr val="FFFFFF"/>
              </a:highlight>
            </a:endParaRPr>
          </a:p>
          <a:p>
            <a:pPr indent="-311150" lvl="0" marL="228600" rtl="0" algn="just">
              <a:spcBef>
                <a:spcPts val="0"/>
              </a:spcBef>
              <a:spcAft>
                <a:spcPts val="0"/>
              </a:spcAft>
              <a:buClr>
                <a:schemeClr val="dk1"/>
              </a:buClr>
              <a:buSzPts val="1300"/>
              <a:buChar char="●"/>
            </a:pPr>
            <a:r>
              <a:rPr lang="en" sz="1300">
                <a:solidFill>
                  <a:schemeClr val="dk1"/>
                </a:solidFill>
                <a:highlight>
                  <a:srgbClr val="FFFFFF"/>
                </a:highlight>
              </a:rPr>
              <a:t>Observations related to mileage are right-skewed, there are exceptional drivers with driving huge distances.</a:t>
            </a:r>
            <a:endParaRPr sz="1300">
              <a:solidFill>
                <a:schemeClr val="dk1"/>
              </a:solidFill>
              <a:highlight>
                <a:srgbClr val="FFFFFF"/>
              </a:highlight>
            </a:endParaRPr>
          </a:p>
          <a:p>
            <a:pPr indent="0" lvl="0" marL="0" rtl="0" algn="just">
              <a:spcBef>
                <a:spcPts val="0"/>
              </a:spcBef>
              <a:spcAft>
                <a:spcPts val="0"/>
              </a:spcAft>
              <a:buNone/>
            </a:pPr>
            <a:r>
              <a:t/>
            </a:r>
            <a:endParaRPr sz="1300">
              <a:solidFill>
                <a:schemeClr val="dk1"/>
              </a:solidFill>
              <a:highlight>
                <a:srgbClr val="FFFFFF"/>
              </a:highlight>
            </a:endParaRPr>
          </a:p>
          <a:p>
            <a:pPr indent="-311150" lvl="0" marL="228600" rtl="0" algn="just">
              <a:lnSpc>
                <a:spcPct val="115000"/>
              </a:lnSpc>
              <a:spcBef>
                <a:spcPts val="0"/>
              </a:spcBef>
              <a:spcAft>
                <a:spcPts val="0"/>
              </a:spcAft>
              <a:buClr>
                <a:schemeClr val="dk1"/>
              </a:buClr>
              <a:buSzPts val="1300"/>
              <a:buChar char="●"/>
            </a:pPr>
            <a:r>
              <a:rPr lang="en" sz="1300">
                <a:solidFill>
                  <a:schemeClr val="dk1"/>
                </a:solidFill>
                <a:highlight>
                  <a:srgbClr val="FFFFFF"/>
                </a:highlight>
              </a:rPr>
              <a:t>Churn rate = 17% , Retention rate = 83%</a:t>
            </a:r>
            <a:endParaRPr sz="1300">
              <a:solidFill>
                <a:schemeClr val="dk1"/>
              </a:solidFill>
              <a:highlight>
                <a:srgbClr val="FFFFFF"/>
              </a:highlight>
            </a:endParaRPr>
          </a:p>
          <a:p>
            <a:pPr indent="0" lvl="0" marL="0" rtl="0" algn="just">
              <a:lnSpc>
                <a:spcPct val="115000"/>
              </a:lnSpc>
              <a:spcBef>
                <a:spcPts val="0"/>
              </a:spcBef>
              <a:spcAft>
                <a:spcPts val="0"/>
              </a:spcAft>
              <a:buNone/>
            </a:pPr>
            <a:r>
              <a:t/>
            </a:r>
            <a:endParaRPr sz="1300">
              <a:solidFill>
                <a:schemeClr val="dk1"/>
              </a:solidFill>
              <a:highlight>
                <a:srgbClr val="FFFFFF"/>
              </a:highlight>
            </a:endParaRPr>
          </a:p>
          <a:p>
            <a:pPr indent="-311150" lvl="0" marL="228600" rtl="0" algn="just">
              <a:lnSpc>
                <a:spcPct val="115000"/>
              </a:lnSpc>
              <a:spcBef>
                <a:spcPts val="0"/>
              </a:spcBef>
              <a:spcAft>
                <a:spcPts val="0"/>
              </a:spcAft>
              <a:buClr>
                <a:schemeClr val="dk1"/>
              </a:buClr>
              <a:buSzPts val="1300"/>
              <a:buChar char="●"/>
            </a:pPr>
            <a:r>
              <a:rPr lang="en" sz="1300">
                <a:solidFill>
                  <a:schemeClr val="dk1"/>
                </a:solidFill>
                <a:highlight>
                  <a:srgbClr val="FFFFFF"/>
                </a:highlight>
              </a:rPr>
              <a:t>Device type has no effect on churn rate.</a:t>
            </a:r>
            <a:endParaRPr sz="1300">
              <a:solidFill>
                <a:schemeClr val="dk1"/>
              </a:solidFill>
              <a:highlight>
                <a:srgbClr val="FFFFFF"/>
              </a:highlight>
            </a:endParaRPr>
          </a:p>
          <a:p>
            <a:pPr indent="0" lvl="0" marL="0" rtl="0" algn="just">
              <a:lnSpc>
                <a:spcPct val="115000"/>
              </a:lnSpc>
              <a:spcBef>
                <a:spcPts val="0"/>
              </a:spcBef>
              <a:spcAft>
                <a:spcPts val="0"/>
              </a:spcAft>
              <a:buNone/>
            </a:pPr>
            <a:r>
              <a:t/>
            </a:r>
            <a:endParaRPr sz="1300">
              <a:solidFill>
                <a:schemeClr val="dk1"/>
              </a:solidFill>
              <a:highlight>
                <a:srgbClr val="FFFFFF"/>
              </a:highlight>
            </a:endParaRPr>
          </a:p>
          <a:p>
            <a:pPr indent="-311150" lvl="0" marL="228600" rtl="0" algn="just">
              <a:spcBef>
                <a:spcPts val="0"/>
              </a:spcBef>
              <a:spcAft>
                <a:spcPts val="0"/>
              </a:spcAft>
              <a:buClr>
                <a:schemeClr val="dk1"/>
              </a:buClr>
              <a:buSzPts val="1300"/>
              <a:buChar char="●"/>
            </a:pPr>
            <a:r>
              <a:rPr i="1" lang="en" sz="1300">
                <a:solidFill>
                  <a:schemeClr val="dk1"/>
                </a:solidFill>
                <a:highlight>
                  <a:srgbClr val="FFFFFF"/>
                </a:highlight>
              </a:rPr>
              <a:t>km_per_driving_day </a:t>
            </a:r>
            <a:r>
              <a:rPr lang="en" sz="1300">
                <a:solidFill>
                  <a:schemeClr val="dk1"/>
                </a:solidFill>
                <a:highlight>
                  <a:srgbClr val="FFFFFF"/>
                </a:highlight>
              </a:rPr>
              <a:t>is significantly larger among churned users, where their </a:t>
            </a:r>
            <a:r>
              <a:rPr i="1" lang="en" sz="1300">
                <a:solidFill>
                  <a:schemeClr val="dk1"/>
                </a:solidFill>
                <a:highlight>
                  <a:srgbClr val="FFFFFF"/>
                </a:highlight>
              </a:rPr>
              <a:t>driving_dayis </a:t>
            </a:r>
            <a:r>
              <a:rPr lang="en" sz="1300">
                <a:solidFill>
                  <a:schemeClr val="dk1"/>
                </a:solidFill>
                <a:highlight>
                  <a:srgbClr val="FFFFFF"/>
                </a:highlight>
              </a:rPr>
              <a:t>much less than the rest of users.</a:t>
            </a:r>
            <a:endParaRPr sz="1300">
              <a:solidFill>
                <a:schemeClr val="dk1"/>
              </a:solidFill>
              <a:highlight>
                <a:srgbClr val="FFFFFF"/>
              </a:highlight>
            </a:endParaRPr>
          </a:p>
        </p:txBody>
      </p:sp>
      <p:pic>
        <p:nvPicPr>
          <p:cNvPr id="418" name="Google Shape;418;p16"/>
          <p:cNvPicPr preferRelativeResize="0"/>
          <p:nvPr/>
        </p:nvPicPr>
        <p:blipFill>
          <a:blip r:embed="rId3">
            <a:alphaModFix/>
          </a:blip>
          <a:stretch>
            <a:fillRect/>
          </a:stretch>
        </p:blipFill>
        <p:spPr>
          <a:xfrm>
            <a:off x="3875150" y="7825849"/>
            <a:ext cx="3417899" cy="2135350"/>
          </a:xfrm>
          <a:prstGeom prst="rect">
            <a:avLst/>
          </a:prstGeom>
          <a:noFill/>
          <a:ln>
            <a:noFill/>
          </a:ln>
        </p:spPr>
      </p:pic>
      <p:sp>
        <p:nvSpPr>
          <p:cNvPr id="419" name="Google Shape;419;p16"/>
          <p:cNvSpPr txBox="1"/>
          <p:nvPr/>
        </p:nvSpPr>
        <p:spPr>
          <a:xfrm>
            <a:off x="535875" y="7080850"/>
            <a:ext cx="3264600" cy="3029100"/>
          </a:xfrm>
          <a:prstGeom prst="rect">
            <a:avLst/>
          </a:prstGeom>
          <a:noFill/>
          <a:ln>
            <a:noFill/>
          </a:ln>
        </p:spPr>
        <p:txBody>
          <a:bodyPr anchorCtr="0" anchor="t" bIns="91425" lIns="91425" spcFirstLastPara="1" rIns="91425" wrap="square" tIns="91425">
            <a:spAutoFit/>
          </a:bodyPr>
          <a:lstStyle/>
          <a:p>
            <a:pPr indent="-304800" lvl="0" marL="285750" rtl="0" algn="just">
              <a:lnSpc>
                <a:spcPct val="115000"/>
              </a:lnSpc>
              <a:spcBef>
                <a:spcPts val="0"/>
              </a:spcBef>
              <a:spcAft>
                <a:spcPts val="0"/>
              </a:spcAft>
              <a:buSzPts val="1200"/>
              <a:buFont typeface="Google Sans"/>
              <a:buChar char="●"/>
            </a:pPr>
            <a:r>
              <a:rPr lang="en" sz="1200">
                <a:latin typeface="Google Sans"/>
                <a:ea typeface="Google Sans"/>
                <a:cs typeface="Google Sans"/>
                <a:sym typeface="Google Sans"/>
              </a:rPr>
              <a:t>Questions regarding data:</a:t>
            </a:r>
            <a:endParaRPr sz="1200">
              <a:latin typeface="Google Sans"/>
              <a:ea typeface="Google Sans"/>
              <a:cs typeface="Google Sans"/>
              <a:sym typeface="Google Sans"/>
            </a:endParaRPr>
          </a:p>
          <a:p>
            <a:pPr indent="0" lvl="0" marL="457200" rtl="0" algn="l">
              <a:spcBef>
                <a:spcPts val="0"/>
              </a:spcBef>
              <a:spcAft>
                <a:spcPts val="0"/>
              </a:spcAft>
              <a:buNone/>
            </a:pPr>
            <a:r>
              <a:rPr lang="en" sz="1100">
                <a:solidFill>
                  <a:schemeClr val="dk1"/>
                </a:solidFill>
                <a:latin typeface="Google Sans"/>
                <a:ea typeface="Google Sans"/>
                <a:cs typeface="Google Sans"/>
                <a:sym typeface="Google Sans"/>
              </a:rPr>
              <a:t>- Data-related questions need to be asked from the data team regarding 2nd insight.</a:t>
            </a:r>
            <a:endParaRPr sz="1100">
              <a:solidFill>
                <a:schemeClr val="dk1"/>
              </a:solidFill>
              <a:latin typeface="Google Sans"/>
              <a:ea typeface="Google Sans"/>
              <a:cs typeface="Google Sans"/>
              <a:sym typeface="Google Sans"/>
            </a:endParaRPr>
          </a:p>
          <a:p>
            <a:pPr indent="0" lvl="0" marL="457200" rtl="0" algn="l">
              <a:spcBef>
                <a:spcPts val="1000"/>
              </a:spcBef>
              <a:spcAft>
                <a:spcPts val="0"/>
              </a:spcAft>
              <a:buNone/>
            </a:pPr>
            <a:r>
              <a:rPr lang="en" sz="1100">
                <a:solidFill>
                  <a:schemeClr val="dk1"/>
                </a:solidFill>
                <a:latin typeface="Google Sans"/>
                <a:ea typeface="Google Sans"/>
                <a:cs typeface="Google Sans"/>
                <a:sym typeface="Google Sans"/>
              </a:rPr>
              <a:t>- It should also be investigated by the data team why more than 40 % of app usages are done in the last month, despite sign ups having been done years ago!</a:t>
            </a:r>
            <a:endParaRPr sz="1100">
              <a:solidFill>
                <a:schemeClr val="dk1"/>
              </a:solidFill>
              <a:latin typeface="Google Sans"/>
              <a:ea typeface="Google Sans"/>
              <a:cs typeface="Google Sans"/>
              <a:sym typeface="Google Sans"/>
            </a:endParaRPr>
          </a:p>
          <a:p>
            <a:pPr indent="0" lvl="0" marL="457200" rtl="0" algn="l">
              <a:spcBef>
                <a:spcPts val="1000"/>
              </a:spcBef>
              <a:spcAft>
                <a:spcPts val="0"/>
              </a:spcAft>
              <a:buNone/>
            </a:pPr>
            <a:r>
              <a:rPr lang="en" sz="1100">
                <a:solidFill>
                  <a:schemeClr val="dk1"/>
                </a:solidFill>
                <a:latin typeface="Google Sans"/>
                <a:ea typeface="Google Sans"/>
                <a:cs typeface="Google Sans"/>
                <a:sym typeface="Google Sans"/>
              </a:rPr>
              <a:t>- Reasons why drives_avg_speed_kmph is extremely heavily tailed above 300 kmph!</a:t>
            </a:r>
            <a:endParaRPr sz="1200">
              <a:latin typeface="Google Sans"/>
              <a:ea typeface="Google Sans"/>
              <a:cs typeface="Google Sans"/>
              <a:sym typeface="Google Sans"/>
            </a:endParaRPr>
          </a:p>
          <a:p>
            <a:pPr indent="-304800" lvl="0" marL="285750" rtl="0" algn="just">
              <a:spcBef>
                <a:spcPts val="1000"/>
              </a:spcBef>
              <a:spcAft>
                <a:spcPts val="0"/>
              </a:spcAft>
              <a:buSzPts val="1200"/>
              <a:buFont typeface="Google Sans"/>
              <a:buChar char="●"/>
            </a:pPr>
            <a:r>
              <a:rPr lang="en" sz="1200">
                <a:latin typeface="Google Sans"/>
                <a:ea typeface="Google Sans"/>
                <a:cs typeface="Google Sans"/>
                <a:sym typeface="Google Sans"/>
              </a:rPr>
              <a:t>Once concerns &amp; questions regarding the data source is answered, ML model construction commences.</a:t>
            </a:r>
            <a:endParaRPr sz="1200">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17"/>
          <p:cNvSpPr txBox="1"/>
          <p:nvPr/>
        </p:nvSpPr>
        <p:spPr>
          <a:xfrm>
            <a:off x="188700" y="1533300"/>
            <a:ext cx="3697500" cy="285000"/>
          </a:xfrm>
          <a:prstGeom prst="rect">
            <a:avLst/>
          </a:prstGeom>
          <a:noFill/>
          <a:ln>
            <a:noFill/>
          </a:ln>
        </p:spPr>
        <p:txBody>
          <a:bodyPr anchorCtr="0" anchor="t" bIns="91425" lIns="91425" spcFirstLastPara="1" rIns="91425" wrap="square" tIns="91425">
            <a:noAutofit/>
          </a:bodyPr>
          <a:lstStyle/>
          <a:p>
            <a:pPr indent="0" lvl="0" marL="0" rtl="0" algn="l">
              <a:lnSpc>
                <a:spcPct val="85000"/>
              </a:lnSpc>
              <a:spcBef>
                <a:spcPts val="0"/>
              </a:spcBef>
              <a:spcAft>
                <a:spcPts val="0"/>
              </a:spcAft>
              <a:buSzPts val="852"/>
              <a:buNone/>
            </a:pPr>
            <a:r>
              <a:rPr lang="en" sz="1375">
                <a:latin typeface="Google Sans SemiBold"/>
                <a:ea typeface="Google Sans SemiBold"/>
                <a:cs typeface="Google Sans SemiBold"/>
                <a:sym typeface="Google Sans SemiBold"/>
              </a:rPr>
              <a:t>Project Overview</a:t>
            </a:r>
            <a:endParaRPr sz="1375">
              <a:solidFill>
                <a:srgbClr val="000000"/>
              </a:solidFill>
              <a:latin typeface="Google Sans SemiBold"/>
              <a:ea typeface="Google Sans SemiBold"/>
              <a:cs typeface="Google Sans SemiBold"/>
              <a:sym typeface="Google Sans SemiBold"/>
            </a:endParaRPr>
          </a:p>
        </p:txBody>
      </p:sp>
      <p:sp>
        <p:nvSpPr>
          <p:cNvPr id="425" name="Google Shape;425;p17"/>
          <p:cNvSpPr txBox="1"/>
          <p:nvPr/>
        </p:nvSpPr>
        <p:spPr>
          <a:xfrm>
            <a:off x="287625" y="1859125"/>
            <a:ext cx="730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2"/>
              </a:solidFill>
            </a:endParaRPr>
          </a:p>
        </p:txBody>
      </p:sp>
      <p:sp>
        <p:nvSpPr>
          <p:cNvPr id="426" name="Google Shape;426;p17"/>
          <p:cNvSpPr/>
          <p:nvPr>
            <p:ph idx="2" type="pic"/>
          </p:nvPr>
        </p:nvSpPr>
        <p:spPr>
          <a:xfrm>
            <a:off x="4583375" y="3389400"/>
            <a:ext cx="3035400" cy="2495700"/>
          </a:xfrm>
          <a:prstGeom prst="rect">
            <a:avLst/>
          </a:prstGeom>
        </p:spPr>
      </p:sp>
      <p:sp>
        <p:nvSpPr>
          <p:cNvPr id="427" name="Google Shape;427;p17"/>
          <p:cNvSpPr txBox="1"/>
          <p:nvPr/>
        </p:nvSpPr>
        <p:spPr>
          <a:xfrm>
            <a:off x="4583375" y="5956025"/>
            <a:ext cx="31722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rPr i="1" lang="en" sz="1100">
                <a:latin typeface="Lato"/>
                <a:ea typeface="Lato"/>
                <a:cs typeface="Lato"/>
                <a:sym typeface="Lato"/>
              </a:rPr>
              <a:t>Image Alt-Text Here</a:t>
            </a:r>
            <a:endParaRPr i="1" sz="1100">
              <a:solidFill>
                <a:srgbClr val="000000"/>
              </a:solidFill>
              <a:latin typeface="Lato"/>
              <a:ea typeface="Lato"/>
              <a:cs typeface="Lato"/>
              <a:sym typeface="Lato"/>
            </a:endParaRPr>
          </a:p>
        </p:txBody>
      </p:sp>
      <p:grpSp>
        <p:nvGrpSpPr>
          <p:cNvPr id="428" name="Google Shape;428;p17"/>
          <p:cNvGrpSpPr/>
          <p:nvPr/>
        </p:nvGrpSpPr>
        <p:grpSpPr>
          <a:xfrm>
            <a:off x="188700" y="665125"/>
            <a:ext cx="5190000" cy="771300"/>
            <a:chOff x="188700" y="665125"/>
            <a:chExt cx="5190000" cy="771300"/>
          </a:xfrm>
        </p:grpSpPr>
        <p:sp>
          <p:nvSpPr>
            <p:cNvPr id="429" name="Google Shape;429;p17"/>
            <p:cNvSpPr txBox="1"/>
            <p:nvPr/>
          </p:nvSpPr>
          <p:spPr>
            <a:xfrm>
              <a:off x="188700" y="665125"/>
              <a:ext cx="5190000" cy="771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b="1" lang="en" sz="1600">
                  <a:latin typeface="Google Sans SemiBold"/>
                  <a:ea typeface="Google Sans SemiBold"/>
                  <a:cs typeface="Google Sans SemiBold"/>
                  <a:sym typeface="Google Sans SemiBold"/>
                </a:rPr>
                <a:t>Title</a:t>
              </a:r>
              <a:endParaRPr sz="1900">
                <a:solidFill>
                  <a:srgbClr val="000000"/>
                </a:solidFill>
                <a:latin typeface="Google Sans SemiBold"/>
                <a:ea typeface="Google Sans SemiBold"/>
                <a:cs typeface="Google Sans SemiBold"/>
                <a:sym typeface="Google Sans SemiBold"/>
              </a:endParaRPr>
            </a:p>
          </p:txBody>
        </p:sp>
        <p:sp>
          <p:nvSpPr>
            <p:cNvPr id="430" name="Google Shape;430;p17"/>
            <p:cNvSpPr txBox="1"/>
            <p:nvPr/>
          </p:nvSpPr>
          <p:spPr>
            <a:xfrm>
              <a:off x="188700" y="1036225"/>
              <a:ext cx="35169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None/>
              </a:pPr>
              <a:r>
                <a:rPr lang="en">
                  <a:latin typeface="Roboto"/>
                  <a:ea typeface="Roboto"/>
                  <a:cs typeface="Roboto"/>
                  <a:sym typeface="Roboto"/>
                </a:rPr>
                <a:t>Subtitle</a:t>
              </a:r>
              <a:endParaRPr>
                <a:solidFill>
                  <a:srgbClr val="000000"/>
                </a:solidFill>
                <a:latin typeface="Roboto"/>
                <a:ea typeface="Roboto"/>
                <a:cs typeface="Roboto"/>
                <a:sym typeface="Robot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18"/>
          <p:cNvSpPr/>
          <p:nvPr>
            <p:ph idx="2" type="pic"/>
          </p:nvPr>
        </p:nvSpPr>
        <p:spPr>
          <a:xfrm>
            <a:off x="3552088" y="1473363"/>
            <a:ext cx="3035400" cy="2495700"/>
          </a:xfrm>
          <a:prstGeom prst="rect">
            <a:avLst/>
          </a:prstGeom>
        </p:spPr>
      </p:sp>
      <p:sp>
        <p:nvSpPr>
          <p:cNvPr id="436" name="Google Shape;436;p18"/>
          <p:cNvSpPr/>
          <p:nvPr>
            <p:ph idx="3" type="pic"/>
          </p:nvPr>
        </p:nvSpPr>
        <p:spPr>
          <a:xfrm>
            <a:off x="4054775" y="4659950"/>
            <a:ext cx="3035400" cy="2495700"/>
          </a:xfrm>
          <a:prstGeom prst="rect">
            <a:avLst/>
          </a:prstGeom>
        </p:spPr>
      </p:sp>
      <p:sp>
        <p:nvSpPr>
          <p:cNvPr id="437" name="Google Shape;437;p18"/>
          <p:cNvSpPr txBox="1"/>
          <p:nvPr/>
        </p:nvSpPr>
        <p:spPr>
          <a:xfrm>
            <a:off x="3986375" y="7186500"/>
            <a:ext cx="31722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rPr i="1" lang="en" sz="1100">
                <a:latin typeface="Lato"/>
                <a:ea typeface="Lato"/>
                <a:cs typeface="Lato"/>
                <a:sym typeface="Lato"/>
              </a:rPr>
              <a:t>Image Alt-Text Here</a:t>
            </a:r>
            <a:endParaRPr i="1" sz="1100">
              <a:solidFill>
                <a:srgbClr val="000000"/>
              </a:solidFill>
              <a:latin typeface="Lato"/>
              <a:ea typeface="Lato"/>
              <a:cs typeface="Lato"/>
              <a:sym typeface="Lato"/>
            </a:endParaRPr>
          </a:p>
        </p:txBody>
      </p:sp>
      <p:sp>
        <p:nvSpPr>
          <p:cNvPr id="438" name="Google Shape;438;p18"/>
          <p:cNvSpPr txBox="1"/>
          <p:nvPr/>
        </p:nvSpPr>
        <p:spPr>
          <a:xfrm>
            <a:off x="3552100" y="4052775"/>
            <a:ext cx="31722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rPr i="1" lang="en" sz="1100">
                <a:latin typeface="Lato"/>
                <a:ea typeface="Lato"/>
                <a:cs typeface="Lato"/>
                <a:sym typeface="Lato"/>
              </a:rPr>
              <a:t>Image Alt-Text Here</a:t>
            </a:r>
            <a:endParaRPr i="1" sz="1100">
              <a:solidFill>
                <a:srgbClr val="000000"/>
              </a:solidFill>
              <a:latin typeface="Lato"/>
              <a:ea typeface="Lato"/>
              <a:cs typeface="Lato"/>
              <a:sym typeface="Lato"/>
            </a:endParaRPr>
          </a:p>
        </p:txBody>
      </p:sp>
      <p:grpSp>
        <p:nvGrpSpPr>
          <p:cNvPr id="439" name="Google Shape;439;p18"/>
          <p:cNvGrpSpPr/>
          <p:nvPr/>
        </p:nvGrpSpPr>
        <p:grpSpPr>
          <a:xfrm>
            <a:off x="176650" y="131675"/>
            <a:ext cx="5190000" cy="771300"/>
            <a:chOff x="188700" y="665125"/>
            <a:chExt cx="5190000" cy="771300"/>
          </a:xfrm>
        </p:grpSpPr>
        <p:sp>
          <p:nvSpPr>
            <p:cNvPr id="440" name="Google Shape;440;p18"/>
            <p:cNvSpPr txBox="1"/>
            <p:nvPr/>
          </p:nvSpPr>
          <p:spPr>
            <a:xfrm>
              <a:off x="188700" y="665125"/>
              <a:ext cx="5190000" cy="771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b="1" lang="en" sz="1600">
                  <a:latin typeface="Google Sans SemiBold"/>
                  <a:ea typeface="Google Sans SemiBold"/>
                  <a:cs typeface="Google Sans SemiBold"/>
                  <a:sym typeface="Google Sans SemiBold"/>
                </a:rPr>
                <a:t>Title</a:t>
              </a:r>
              <a:endParaRPr sz="1900">
                <a:solidFill>
                  <a:srgbClr val="000000"/>
                </a:solidFill>
                <a:latin typeface="Google Sans SemiBold"/>
                <a:ea typeface="Google Sans SemiBold"/>
                <a:cs typeface="Google Sans SemiBold"/>
                <a:sym typeface="Google Sans SemiBold"/>
              </a:endParaRPr>
            </a:p>
          </p:txBody>
        </p:sp>
        <p:sp>
          <p:nvSpPr>
            <p:cNvPr id="441" name="Google Shape;441;p18"/>
            <p:cNvSpPr txBox="1"/>
            <p:nvPr/>
          </p:nvSpPr>
          <p:spPr>
            <a:xfrm>
              <a:off x="188700" y="1036225"/>
              <a:ext cx="35169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None/>
              </a:pPr>
              <a:r>
                <a:rPr lang="en">
                  <a:latin typeface="Roboto"/>
                  <a:ea typeface="Roboto"/>
                  <a:cs typeface="Roboto"/>
                  <a:sym typeface="Roboto"/>
                </a:rPr>
                <a:t>Subtitle</a:t>
              </a:r>
              <a:endParaRPr>
                <a:solidFill>
                  <a:srgbClr val="000000"/>
                </a:solidFill>
                <a:latin typeface="Roboto"/>
                <a:ea typeface="Roboto"/>
                <a:cs typeface="Roboto"/>
                <a:sym typeface="Robot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19"/>
          <p:cNvSpPr/>
          <p:nvPr>
            <p:ph idx="2" type="pic"/>
          </p:nvPr>
        </p:nvSpPr>
        <p:spPr>
          <a:xfrm>
            <a:off x="4467025" y="5862300"/>
            <a:ext cx="3006900" cy="2044800"/>
          </a:xfrm>
          <a:prstGeom prst="rect">
            <a:avLst/>
          </a:prstGeom>
        </p:spPr>
      </p:sp>
      <p:sp>
        <p:nvSpPr>
          <p:cNvPr id="447" name="Google Shape;447;p19"/>
          <p:cNvSpPr txBox="1"/>
          <p:nvPr/>
        </p:nvSpPr>
        <p:spPr>
          <a:xfrm>
            <a:off x="4467025" y="8024700"/>
            <a:ext cx="31722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rPr i="1" lang="en" sz="1100">
                <a:latin typeface="Lato"/>
                <a:ea typeface="Lato"/>
                <a:cs typeface="Lato"/>
                <a:sym typeface="Lato"/>
              </a:rPr>
              <a:t>Image Alt-Text Here</a:t>
            </a:r>
            <a:endParaRPr i="1" sz="1100">
              <a:solidFill>
                <a:srgbClr val="000000"/>
              </a:solidFill>
              <a:latin typeface="Lato"/>
              <a:ea typeface="Lato"/>
              <a:cs typeface="Lato"/>
              <a:sym typeface="Lato"/>
            </a:endParaRPr>
          </a:p>
        </p:txBody>
      </p:sp>
      <p:grpSp>
        <p:nvGrpSpPr>
          <p:cNvPr id="448" name="Google Shape;448;p19"/>
          <p:cNvGrpSpPr/>
          <p:nvPr/>
        </p:nvGrpSpPr>
        <p:grpSpPr>
          <a:xfrm>
            <a:off x="188700" y="665125"/>
            <a:ext cx="5190000" cy="771300"/>
            <a:chOff x="188700" y="665125"/>
            <a:chExt cx="5190000" cy="771300"/>
          </a:xfrm>
        </p:grpSpPr>
        <p:sp>
          <p:nvSpPr>
            <p:cNvPr id="449" name="Google Shape;449;p19"/>
            <p:cNvSpPr txBox="1"/>
            <p:nvPr/>
          </p:nvSpPr>
          <p:spPr>
            <a:xfrm>
              <a:off x="188700" y="665125"/>
              <a:ext cx="5190000" cy="771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b="1" lang="en" sz="1600">
                  <a:latin typeface="Google Sans SemiBold"/>
                  <a:ea typeface="Google Sans SemiBold"/>
                  <a:cs typeface="Google Sans SemiBold"/>
                  <a:sym typeface="Google Sans SemiBold"/>
                </a:rPr>
                <a:t>Title</a:t>
              </a:r>
              <a:endParaRPr sz="1900">
                <a:solidFill>
                  <a:srgbClr val="000000"/>
                </a:solidFill>
                <a:latin typeface="Google Sans SemiBold"/>
                <a:ea typeface="Google Sans SemiBold"/>
                <a:cs typeface="Google Sans SemiBold"/>
                <a:sym typeface="Google Sans SemiBold"/>
              </a:endParaRPr>
            </a:p>
          </p:txBody>
        </p:sp>
        <p:sp>
          <p:nvSpPr>
            <p:cNvPr id="450" name="Google Shape;450;p19"/>
            <p:cNvSpPr txBox="1"/>
            <p:nvPr/>
          </p:nvSpPr>
          <p:spPr>
            <a:xfrm>
              <a:off x="188700" y="1036225"/>
              <a:ext cx="35169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None/>
              </a:pPr>
              <a:r>
                <a:rPr lang="en">
                  <a:latin typeface="Roboto"/>
                  <a:ea typeface="Roboto"/>
                  <a:cs typeface="Roboto"/>
                  <a:sym typeface="Roboto"/>
                </a:rPr>
                <a:t>Subtitle</a:t>
              </a:r>
              <a:endParaRPr>
                <a:solidFill>
                  <a:srgbClr val="000000"/>
                </a:solidFill>
                <a:latin typeface="Roboto"/>
                <a:ea typeface="Roboto"/>
                <a:cs typeface="Roboto"/>
                <a:sym typeface="Roboto"/>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20"/>
          <p:cNvSpPr/>
          <p:nvPr>
            <p:ph idx="2" type="pic"/>
          </p:nvPr>
        </p:nvSpPr>
        <p:spPr>
          <a:xfrm>
            <a:off x="4076163" y="6199700"/>
            <a:ext cx="3035400" cy="2495700"/>
          </a:xfrm>
          <a:prstGeom prst="rect">
            <a:avLst/>
          </a:prstGeom>
        </p:spPr>
      </p:sp>
      <p:grpSp>
        <p:nvGrpSpPr>
          <p:cNvPr id="456" name="Google Shape;456;p20"/>
          <p:cNvGrpSpPr/>
          <p:nvPr/>
        </p:nvGrpSpPr>
        <p:grpSpPr>
          <a:xfrm>
            <a:off x="404725" y="508525"/>
            <a:ext cx="5190000" cy="771300"/>
            <a:chOff x="188700" y="665125"/>
            <a:chExt cx="5190000" cy="771300"/>
          </a:xfrm>
        </p:grpSpPr>
        <p:sp>
          <p:nvSpPr>
            <p:cNvPr id="457" name="Google Shape;457;p20"/>
            <p:cNvSpPr txBox="1"/>
            <p:nvPr/>
          </p:nvSpPr>
          <p:spPr>
            <a:xfrm>
              <a:off x="188700" y="665125"/>
              <a:ext cx="5190000" cy="771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b="1" lang="en" sz="1600">
                  <a:latin typeface="Google Sans SemiBold"/>
                  <a:ea typeface="Google Sans SemiBold"/>
                  <a:cs typeface="Google Sans SemiBold"/>
                  <a:sym typeface="Google Sans SemiBold"/>
                </a:rPr>
                <a:t>Title</a:t>
              </a:r>
              <a:endParaRPr sz="1900">
                <a:solidFill>
                  <a:srgbClr val="000000"/>
                </a:solidFill>
                <a:latin typeface="Google Sans SemiBold"/>
                <a:ea typeface="Google Sans SemiBold"/>
                <a:cs typeface="Google Sans SemiBold"/>
                <a:sym typeface="Google Sans SemiBold"/>
              </a:endParaRPr>
            </a:p>
          </p:txBody>
        </p:sp>
        <p:sp>
          <p:nvSpPr>
            <p:cNvPr id="458" name="Google Shape;458;p20"/>
            <p:cNvSpPr txBox="1"/>
            <p:nvPr/>
          </p:nvSpPr>
          <p:spPr>
            <a:xfrm>
              <a:off x="188700" y="1036225"/>
              <a:ext cx="35169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None/>
              </a:pPr>
              <a:r>
                <a:rPr lang="en">
                  <a:latin typeface="Roboto"/>
                  <a:ea typeface="Roboto"/>
                  <a:cs typeface="Roboto"/>
                  <a:sym typeface="Roboto"/>
                </a:rPr>
                <a:t>Subtitle</a:t>
              </a:r>
              <a:endParaRPr>
                <a:solidFill>
                  <a:srgbClr val="000000"/>
                </a:solidFill>
                <a:latin typeface="Roboto"/>
                <a:ea typeface="Roboto"/>
                <a:cs typeface="Roboto"/>
                <a:sym typeface="Roboto"/>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21"/>
          <p:cNvSpPr txBox="1"/>
          <p:nvPr/>
        </p:nvSpPr>
        <p:spPr>
          <a:xfrm>
            <a:off x="4467025" y="6764100"/>
            <a:ext cx="30069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rPr i="1" lang="en" sz="1100">
                <a:latin typeface="Lato"/>
                <a:ea typeface="Lato"/>
                <a:cs typeface="Lato"/>
                <a:sym typeface="Lato"/>
              </a:rPr>
              <a:t>Image Alt-Text Here</a:t>
            </a:r>
            <a:endParaRPr i="1" sz="1100">
              <a:solidFill>
                <a:srgbClr val="000000"/>
              </a:solidFill>
              <a:latin typeface="Lato"/>
              <a:ea typeface="Lato"/>
              <a:cs typeface="Lato"/>
              <a:sym typeface="Lato"/>
            </a:endParaRPr>
          </a:p>
        </p:txBody>
      </p:sp>
      <p:sp>
        <p:nvSpPr>
          <p:cNvPr id="464" name="Google Shape;464;p21"/>
          <p:cNvSpPr/>
          <p:nvPr>
            <p:ph idx="2" type="pic"/>
          </p:nvPr>
        </p:nvSpPr>
        <p:spPr>
          <a:xfrm>
            <a:off x="4394725" y="4961200"/>
            <a:ext cx="3035400" cy="2495700"/>
          </a:xfrm>
          <a:prstGeom prst="rect">
            <a:avLst/>
          </a:prstGeom>
        </p:spPr>
      </p:sp>
      <p:grpSp>
        <p:nvGrpSpPr>
          <p:cNvPr id="465" name="Google Shape;465;p21"/>
          <p:cNvGrpSpPr/>
          <p:nvPr/>
        </p:nvGrpSpPr>
        <p:grpSpPr>
          <a:xfrm>
            <a:off x="188700" y="665125"/>
            <a:ext cx="5190000" cy="771300"/>
            <a:chOff x="188700" y="665125"/>
            <a:chExt cx="5190000" cy="771300"/>
          </a:xfrm>
        </p:grpSpPr>
        <p:sp>
          <p:nvSpPr>
            <p:cNvPr id="466" name="Google Shape;466;p21"/>
            <p:cNvSpPr txBox="1"/>
            <p:nvPr/>
          </p:nvSpPr>
          <p:spPr>
            <a:xfrm>
              <a:off x="188700" y="665125"/>
              <a:ext cx="5190000" cy="771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b="1" lang="en" sz="1600">
                  <a:latin typeface="Google Sans SemiBold"/>
                  <a:ea typeface="Google Sans SemiBold"/>
                  <a:cs typeface="Google Sans SemiBold"/>
                  <a:sym typeface="Google Sans SemiBold"/>
                </a:rPr>
                <a:t>Title</a:t>
              </a:r>
              <a:endParaRPr sz="1900">
                <a:solidFill>
                  <a:srgbClr val="000000"/>
                </a:solidFill>
                <a:latin typeface="Google Sans SemiBold"/>
                <a:ea typeface="Google Sans SemiBold"/>
                <a:cs typeface="Google Sans SemiBold"/>
                <a:sym typeface="Google Sans SemiBold"/>
              </a:endParaRPr>
            </a:p>
          </p:txBody>
        </p:sp>
        <p:sp>
          <p:nvSpPr>
            <p:cNvPr id="467" name="Google Shape;467;p21"/>
            <p:cNvSpPr txBox="1"/>
            <p:nvPr/>
          </p:nvSpPr>
          <p:spPr>
            <a:xfrm>
              <a:off x="188700" y="1036225"/>
              <a:ext cx="35169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None/>
              </a:pPr>
              <a:r>
                <a:rPr lang="en">
                  <a:latin typeface="Roboto"/>
                  <a:ea typeface="Roboto"/>
                  <a:cs typeface="Roboto"/>
                  <a:sym typeface="Roboto"/>
                </a:rPr>
                <a:t>Subtitle</a:t>
              </a:r>
              <a:endParaRPr>
                <a:solidFill>
                  <a:srgbClr val="000000"/>
                </a:solidFill>
                <a:latin typeface="Roboto"/>
                <a:ea typeface="Roboto"/>
                <a:cs typeface="Roboto"/>
                <a:sym typeface="Roboto"/>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grpSp>
        <p:nvGrpSpPr>
          <p:cNvPr id="472" name="Google Shape;472;p22"/>
          <p:cNvGrpSpPr/>
          <p:nvPr/>
        </p:nvGrpSpPr>
        <p:grpSpPr>
          <a:xfrm>
            <a:off x="188700" y="665125"/>
            <a:ext cx="5190000" cy="771300"/>
            <a:chOff x="188700" y="665125"/>
            <a:chExt cx="5190000" cy="771300"/>
          </a:xfrm>
        </p:grpSpPr>
        <p:sp>
          <p:nvSpPr>
            <p:cNvPr id="473" name="Google Shape;473;p22"/>
            <p:cNvSpPr txBox="1"/>
            <p:nvPr/>
          </p:nvSpPr>
          <p:spPr>
            <a:xfrm>
              <a:off x="188700" y="665125"/>
              <a:ext cx="5190000" cy="771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b="1" lang="en" sz="1600">
                  <a:latin typeface="Google Sans SemiBold"/>
                  <a:ea typeface="Google Sans SemiBold"/>
                  <a:cs typeface="Google Sans SemiBold"/>
                  <a:sym typeface="Google Sans SemiBold"/>
                </a:rPr>
                <a:t>Title</a:t>
              </a:r>
              <a:endParaRPr sz="1900">
                <a:solidFill>
                  <a:srgbClr val="000000"/>
                </a:solidFill>
                <a:latin typeface="Google Sans SemiBold"/>
                <a:ea typeface="Google Sans SemiBold"/>
                <a:cs typeface="Google Sans SemiBold"/>
                <a:sym typeface="Google Sans SemiBold"/>
              </a:endParaRPr>
            </a:p>
          </p:txBody>
        </p:sp>
        <p:sp>
          <p:nvSpPr>
            <p:cNvPr id="474" name="Google Shape;474;p22"/>
            <p:cNvSpPr txBox="1"/>
            <p:nvPr/>
          </p:nvSpPr>
          <p:spPr>
            <a:xfrm>
              <a:off x="188700" y="1036225"/>
              <a:ext cx="35169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None/>
              </a:pPr>
              <a:r>
                <a:rPr lang="en">
                  <a:latin typeface="Roboto"/>
                  <a:ea typeface="Roboto"/>
                  <a:cs typeface="Roboto"/>
                  <a:sym typeface="Roboto"/>
                </a:rPr>
                <a:t>Subtitle</a:t>
              </a:r>
              <a:endParaRPr>
                <a:solidFill>
                  <a:srgbClr val="000000"/>
                </a:solidFill>
                <a:latin typeface="Roboto"/>
                <a:ea typeface="Roboto"/>
                <a:cs typeface="Roboto"/>
                <a:sym typeface="Roboto"/>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