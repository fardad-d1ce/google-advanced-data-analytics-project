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10058400" cx="7772400"/>
  <p:notesSz cx="6858000" cy="9144000"/>
  <p:embeddedFontLst>
    <p:embeddedFont>
      <p:font typeface="Google Sans SemiBold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PT Sans Narrow"/>
      <p:regular r:id="rId16"/>
      <p:bold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Google Sans"/>
      <p:regular r:id="rId22"/>
      <p:bold r:id="rId23"/>
      <p:italic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GoogleSa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SemiBold-bold.fntdata"/><Relationship Id="rId26" Type="http://schemas.openxmlformats.org/officeDocument/2006/relationships/font" Target="fonts/WorkSans-regular.fntdata"/><Relationship Id="rId25" Type="http://schemas.openxmlformats.org/officeDocument/2006/relationships/font" Target="fonts/GoogleSans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boldItalic.fntdata"/><Relationship Id="rId7" Type="http://schemas.openxmlformats.org/officeDocument/2006/relationships/slide" Target="slides/slide1.xml"/><Relationship Id="rId8" Type="http://schemas.openxmlformats.org/officeDocument/2006/relationships/font" Target="fonts/GoogleSansSemiBold-regular.fntdata"/><Relationship Id="rId11" Type="http://schemas.openxmlformats.org/officeDocument/2006/relationships/font" Target="fonts/GoogleSansSemiBold-boldItalic.fntdata"/><Relationship Id="rId10" Type="http://schemas.openxmlformats.org/officeDocument/2006/relationships/font" Target="fonts/GoogleSansSemiBold-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343700" y="1910425"/>
            <a:ext cx="22089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Waze data team is tasked to develop a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Machine Learning (ML) model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 for churn rate prediction. This is part of a larger growth program in the company, by analyzing churns and maximizing user retentions. 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The project’s goal  is to provide predictive analysis as well as identifying key factor and insights that are most affecting churns.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5" name="Google Shape;415;p16" title="downloa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1058" t="0"/>
          <a:stretch/>
        </p:blipFill>
        <p:spPr>
          <a:xfrm>
            <a:off x="3510750" y="5955500"/>
            <a:ext cx="4123850" cy="2462963"/>
          </a:xfrm>
          <a:prstGeom prst="rect">
            <a:avLst/>
          </a:prstGeom>
        </p:spPr>
      </p:pic>
      <p:sp>
        <p:nvSpPr>
          <p:cNvPr id="416" name="Google Shape;416;p16"/>
          <p:cNvSpPr txBox="1"/>
          <p:nvPr/>
        </p:nvSpPr>
        <p:spPr>
          <a:xfrm>
            <a:off x="343700" y="588225"/>
            <a:ext cx="7290900" cy="38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User Churn Project | </a:t>
            </a:r>
            <a:r>
              <a:rPr b="1" lang="en" sz="1600">
                <a:latin typeface="Google Sans SemiBold"/>
                <a:ea typeface="Google Sans SemiBold"/>
                <a:cs typeface="Google Sans SemiBold"/>
                <a:sym typeface="Google Sans SemiBold"/>
              </a:rPr>
              <a:t>ML Model Results </a:t>
            </a:r>
            <a:r>
              <a:rPr b="1" lang="en" sz="16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 </a:t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343700" y="913500"/>
            <a:ext cx="37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Prepared for: Waze Leadership Team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8" name="Google Shape;4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7569" y="101625"/>
            <a:ext cx="1947034" cy="5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 txBox="1"/>
          <p:nvPr/>
        </p:nvSpPr>
        <p:spPr>
          <a:xfrm>
            <a:off x="343700" y="5479925"/>
            <a:ext cx="256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ML Models suggest a need for additional in order to enhance the model accuracy and efficiency.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analysis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 also suggests that more features in the data needs to be collected.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For instance, features such as `driver’s job`, `time of drive`, `road type`, `drive type`, `drive location`, etc. may provide better insights on those who are more likely to churn.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❏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Feature engineering (extraction of new features out of existing raw features) turned to be pretty meaningful in the prediction of churn.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Hence more features and more feature engineering may be suggested for another round of model construction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3210725" y="1910425"/>
            <a:ext cx="4363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To develop a ML model with highest predictive performance, the Waze data team decided to build and compare two learners: Random Forest model vs. XGBoost model.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The data was splitted into three categories: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Training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set, Validation set, and Test set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. So-called models were fit and trained by Training set (each using cross-validation within training set). Then their result scores were compared based on Validation set, and hence the champion model was selected: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XGBoost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.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In order to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assess the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ultimate performance of the champion model, it was tested against the held-out Test set.</a:t>
            </a:r>
            <a:endParaRPr b="1"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3473725" y="8399425"/>
            <a:ext cx="41979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❖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Engineered features accounted for six of the top 10 features: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km_per_hour, percent_sessions_in_last_month, total_sessions_per_day, percent_of_drives_to_favorite, km_per_drive, km_per_driving_day.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342900" rtl="0" algn="l">
              <a:spcBef>
                <a:spcPts val="500"/>
              </a:spcBef>
              <a:spcAft>
                <a:spcPts val="0"/>
              </a:spcAft>
              <a:buSzPts val="1100"/>
              <a:buFont typeface="Google Sans"/>
              <a:buChar char="❖"/>
            </a:pP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Both model’s recall score are 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significantly</a:t>
            </a:r>
            <a:r>
              <a:rPr b="1" lang="en" sz="1100">
                <a:latin typeface="Google Sans"/>
                <a:ea typeface="Google Sans"/>
                <a:cs typeface="Google Sans"/>
                <a:sym typeface="Google Sans"/>
              </a:rPr>
              <a:t> better than previous logistic regression results. “</a:t>
            </a:r>
            <a:r>
              <a:rPr lang="en" sz="1100">
                <a:latin typeface="Google Sans"/>
                <a:ea typeface="Google Sans"/>
                <a:cs typeface="Google Sans"/>
                <a:sym typeface="Google Sans"/>
              </a:rPr>
              <a:t>Random tree” based models provide much better performance, however they cannot bold the importance of key features as well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22" name="Google Shape;422;p16" title="Screenshot 2025-08-29 171757.jpg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1239" y="4742600"/>
            <a:ext cx="3265624" cy="1181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