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2162175" y="3010600"/>
            <a:ext cx="5506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Data team was asked to verify the suspicion whether users with Android/iPhone devices have different number of drives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0"/>
            <a:ext cx="7077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Google Sans"/>
                <a:ea typeface="Google Sans"/>
                <a:cs typeface="Google Sans"/>
                <a:sym typeface="Google Sans"/>
              </a:rPr>
              <a:t>Executive summary</a:t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Google Sans"/>
                <a:ea typeface="Google Sans"/>
                <a:cs typeface="Google Sans"/>
                <a:sym typeface="Google Sans"/>
              </a:rPr>
              <a:t>User Churns | two-sample Hypothesis testing results</a:t>
            </a:r>
            <a:endParaRPr b="1" sz="2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Prepared for: Waze Leadership Team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2162175" y="1512000"/>
            <a:ext cx="5506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The Waze data team is conducting a data analytics project to prevent monthly churn, and increase the overall growth of the corporation. Based on the results, Waze will be able to come up with a strategy to increase user retention.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428625" y="5314950"/>
            <a:ext cx="4178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Google Sans"/>
              <a:buChar char="-"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The average number of drives was calculated for Android/iPhone users: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Google Sans"/>
              <a:buChar char="-"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An 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independent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 t-test was conducted to test whether or not the mean of these two groups are different. The observation, showed that with 95% confidence level, there’s </a:t>
            </a:r>
            <a:r>
              <a:rPr b="1" lang="en" sz="1700">
                <a:latin typeface="Google Sans"/>
                <a:ea typeface="Google Sans"/>
                <a:cs typeface="Google Sans"/>
                <a:sym typeface="Google Sans"/>
              </a:rPr>
              <a:t>NO 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meaningful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 difference between means (</a:t>
            </a:r>
            <a:r>
              <a:rPr i="1" lang="en" sz="1700">
                <a:latin typeface="Google Sans"/>
                <a:ea typeface="Google Sans"/>
                <a:cs typeface="Google Sans"/>
                <a:sym typeface="Google Sans"/>
              </a:rPr>
              <a:t>p-value= 14%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).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18" name="Google Shape;418;p1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325" y="4813300"/>
            <a:ext cx="2785300" cy="305111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 txBox="1"/>
          <p:nvPr/>
        </p:nvSpPr>
        <p:spPr>
          <a:xfrm>
            <a:off x="2057025" y="8036100"/>
            <a:ext cx="54108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Due to the results rendered from this specific hypothesis test, the Waze data team recommends running additional t-tests on other variables to learn more about user behavior.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170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Android &amp; iPhone users, drive with the same quantity. But via running more t-tests on these two groups, it will be clearer whether or not other behavior among them are different.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6" name="Google Shape;426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7" name="Google Shape;427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8" name="Google Shape;428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9" name="Google Shape;429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0" name="Google Shape;430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6" name="Google Shape;436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7" name="Google Shape;437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9" name="Google Shape;439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40" name="Google Shape;440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1" name="Google Shape;441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7" name="Google Shape;447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8" name="Google Shape;448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9" name="Google Shape;449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0" name="Google Shape;450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6" name="Google Shape;456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7" name="Google Shape;457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8" name="Google Shape;458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5" name="Google Shape;465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6" name="Google Shape;466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7" name="Google Shape;467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73" name="Google Shape;473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