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10058400" cx="7772400"/>
  <p:notesSz cx="6858000" cy="9144000"/>
  <p:embeddedFontLst>
    <p:embeddedFont>
      <p:font typeface="Google Sans SemiBold"/>
      <p:regular r:id="rId14"/>
      <p:bold r:id="rId15"/>
      <p:italic r:id="rId16"/>
      <p:boldItalic r:id="rId17"/>
    </p:embeddedFont>
    <p:embeddedFont>
      <p:font typeface="Roboto"/>
      <p:regular r:id="rId18"/>
      <p:bold r:id="rId19"/>
      <p:italic r:id="rId20"/>
      <p:boldItalic r:id="rId21"/>
    </p:embeddedFont>
    <p:embeddedFont>
      <p:font typeface="PT Sans Narrow"/>
      <p:regular r:id="rId22"/>
      <p:bold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Google Sans"/>
      <p:regular r:id="rId28"/>
      <p:bold r:id="rId29"/>
      <p:italic r:id="rId30"/>
      <p:boldItalic r:id="rId31"/>
    </p:embeddedFont>
    <p:embeddedFont>
      <p:font typeface="Work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68" orient="horz"/>
        <p:guide pos="244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PTSansNarrow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Lato-regular.fntdata"/><Relationship Id="rId23" Type="http://schemas.openxmlformats.org/officeDocument/2006/relationships/font" Target="fonts/PTSansNarrow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8" Type="http://schemas.openxmlformats.org/officeDocument/2006/relationships/font" Target="fonts/GoogleSans-regular.fntdata"/><Relationship Id="rId27" Type="http://schemas.openxmlformats.org/officeDocument/2006/relationships/font" Target="fonts/Lato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Google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GoogleSans-boldItalic.fntdata"/><Relationship Id="rId30" Type="http://schemas.openxmlformats.org/officeDocument/2006/relationships/font" Target="fonts/GoogleSans-italic.fntdata"/><Relationship Id="rId11" Type="http://schemas.openxmlformats.org/officeDocument/2006/relationships/slide" Target="slides/slide5.xml"/><Relationship Id="rId33" Type="http://schemas.openxmlformats.org/officeDocument/2006/relationships/font" Target="fonts/WorkSans-bold.fntdata"/><Relationship Id="rId10" Type="http://schemas.openxmlformats.org/officeDocument/2006/relationships/slide" Target="slides/slide4.xml"/><Relationship Id="rId32" Type="http://schemas.openxmlformats.org/officeDocument/2006/relationships/font" Target="fonts/WorkSans-regular.fntdata"/><Relationship Id="rId13" Type="http://schemas.openxmlformats.org/officeDocument/2006/relationships/slide" Target="slides/slide7.xml"/><Relationship Id="rId35" Type="http://schemas.openxmlformats.org/officeDocument/2006/relationships/font" Target="fonts/WorkSans-boldItalic.fntdata"/><Relationship Id="rId12" Type="http://schemas.openxmlformats.org/officeDocument/2006/relationships/slide" Target="slides/slide6.xml"/><Relationship Id="rId34" Type="http://schemas.openxmlformats.org/officeDocument/2006/relationships/font" Target="fonts/WorkSans-italic.fntdata"/><Relationship Id="rId15" Type="http://schemas.openxmlformats.org/officeDocument/2006/relationships/font" Target="fonts/GoogleSansSemiBold-bold.fntdata"/><Relationship Id="rId14" Type="http://schemas.openxmlformats.org/officeDocument/2006/relationships/font" Target="fonts/GoogleSansSemiBold-regular.fntdata"/><Relationship Id="rId17" Type="http://schemas.openxmlformats.org/officeDocument/2006/relationships/font" Target="fonts/GoogleSansSemiBold-boldItalic.fntdata"/><Relationship Id="rId16" Type="http://schemas.openxmlformats.org/officeDocument/2006/relationships/font" Target="fonts/GoogleSansSemiBold-italic.fntdata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e3a6309cc6_3_311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1e3a6309cc6_3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e3a6309cc6_3_316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e3a6309cc6_3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1e3a6309cc6_3_322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1e3a6309cc6_3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1e3a6309cc6_3_329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1e3a6309cc6_3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e3a6309cc6_3_334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1e3a6309cc6_3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1e3a6309cc6_3_338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1e3a6309cc6_3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1e3a6309cc6_3_343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1e3a6309cc6_3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1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2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16" name="Google Shape;16;p2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17" name="Google Shape;17;p2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18" name="Google Shape;18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cxnSp>
        <p:nvCxnSpPr>
          <p:cNvPr id="22" name="Google Shape;22;p2"/>
          <p:cNvCxnSpPr>
            <a:stCxn id="12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" name="Google Shape;23;p2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" name="Google Shape;24;p2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5" name="Google Shape;25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7" name="Google Shape;27;p2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8" name="Google Shape;28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31" name="Google Shape;31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33" name="Google Shape;33;p2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grpSp>
        <p:nvGrpSpPr>
          <p:cNvPr id="36" name="Google Shape;36;p2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37" name="Google Shape;37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41" name="Google Shape;41;p2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  <p:grpSp>
        <p:nvGrpSpPr>
          <p:cNvPr id="42" name="Google Shape;42;p2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43" name="Google Shape;43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cxnSp>
        <p:nvCxnSpPr>
          <p:cNvPr id="47" name="Google Shape;47;p2"/>
          <p:cNvCxnSpPr>
            <a:stCxn id="37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" name="Google Shape;48;p2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9" name="Google Shape;49;p2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50" name="Google Shape;50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52" name="Google Shape;52;p2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53" name="Google Shape;53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55" name="Google Shape;55;p2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56" name="Google Shape;56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58" name="Google Shape;58;p2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b="1" sz="2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63" name="Google Shape;63;p2"/>
          <p:cNvSpPr/>
          <p:nvPr>
            <p:ph idx="2" type="pic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"/>
          <p:cNvSpPr txBox="1"/>
          <p:nvPr/>
        </p:nvSpPr>
        <p:spPr>
          <a:xfrm>
            <a:off x="4541175" y="5895125"/>
            <a:ext cx="30744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2">
  <p:cSld name="TITLE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3"/>
          <p:cNvCxnSpPr/>
          <p:nvPr/>
        </p:nvCxnSpPr>
        <p:spPr>
          <a:xfrm>
            <a:off x="3049395" y="901911"/>
            <a:ext cx="0" cy="5924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" name="Google Shape;67;p3"/>
          <p:cNvCxnSpPr>
            <a:stCxn id="68" idx="0"/>
          </p:cNvCxnSpPr>
          <p:nvPr/>
        </p:nvCxnSpPr>
        <p:spPr>
          <a:xfrm flipH="1">
            <a:off x="172045" y="903711"/>
            <a:ext cx="18300" cy="9187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9" name="Google Shape;69;p3"/>
          <p:cNvGrpSpPr/>
          <p:nvPr/>
        </p:nvGrpSpPr>
        <p:grpSpPr>
          <a:xfrm>
            <a:off x="190345" y="900758"/>
            <a:ext cx="7581747" cy="5906"/>
            <a:chOff x="1890075" y="5241175"/>
            <a:chExt cx="4240556" cy="257700"/>
          </a:xfrm>
        </p:grpSpPr>
        <p:sp>
          <p:nvSpPr>
            <p:cNvPr id="68" name="Google Shape;68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0" name="Google Shape;70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1" name="Google Shape;71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2" name="Google Shape;72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73" name="Google Shape;73;p3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74" name="Google Shape;74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5" name="Google Shape;75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6" name="Google Shape;76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7" name="Google Shape;77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78" name="Google Shape;78;p3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cap="flat" cmpd="sng" w="9525">
            <a:solidFill>
              <a:srgbClr val="CFB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B991"/>
              </a:solidFill>
            </a:endParaRPr>
          </a:p>
        </p:txBody>
      </p:sp>
      <p:sp>
        <p:nvSpPr>
          <p:cNvPr id="79" name="Google Shape;79;p3"/>
          <p:cNvSpPr/>
          <p:nvPr>
            <p:ph idx="2" type="pic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3"/>
          <p:cNvSpPr txBox="1"/>
          <p:nvPr/>
        </p:nvSpPr>
        <p:spPr>
          <a:xfrm>
            <a:off x="510050" y="96599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190350" y="7617450"/>
            <a:ext cx="7581600" cy="22641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2" name="Google Shape;82;p3"/>
          <p:cNvCxnSpPr/>
          <p:nvPr/>
        </p:nvCxnSpPr>
        <p:spPr>
          <a:xfrm flipH="1">
            <a:off x="3028995" y="901911"/>
            <a:ext cx="20400" cy="8834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" name="Google Shape;83;p3"/>
          <p:cNvCxnSpPr>
            <a:stCxn id="84" idx="0"/>
          </p:cNvCxnSpPr>
          <p:nvPr/>
        </p:nvCxnSpPr>
        <p:spPr>
          <a:xfrm flipH="1">
            <a:off x="172020" y="903608"/>
            <a:ext cx="18300" cy="9187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5" name="Google Shape;85;p3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84" name="Google Shape;84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6" name="Google Shape;86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7" name="Google Shape;87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8" name="Google Shape;88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89" name="Google Shape;89;p3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90" name="Google Shape;90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91" name="Google Shape;91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92" name="Google Shape;92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93" name="Google Shape;93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94" name="Google Shape;94;p3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cap="flat" cmpd="sng" w="9525">
            <a:solidFill>
              <a:srgbClr val="CFB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B991"/>
              </a:solidFill>
            </a:endParaRPr>
          </a:p>
        </p:txBody>
      </p:sp>
      <p:sp>
        <p:nvSpPr>
          <p:cNvPr id="95" name="Google Shape;95;p3"/>
          <p:cNvSpPr txBox="1"/>
          <p:nvPr/>
        </p:nvSpPr>
        <p:spPr>
          <a:xfrm>
            <a:off x="290394" y="9345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96" name="Google Shape;96;p3"/>
          <p:cNvGrpSpPr/>
          <p:nvPr/>
        </p:nvGrpSpPr>
        <p:grpSpPr>
          <a:xfrm>
            <a:off x="172024" y="1040825"/>
            <a:ext cx="137818" cy="187200"/>
            <a:chOff x="507100" y="1997600"/>
            <a:chExt cx="158375" cy="187200"/>
          </a:xfrm>
        </p:grpSpPr>
        <p:sp>
          <p:nvSpPr>
            <p:cNvPr id="97" name="Google Shape;97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0000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0000FF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" name="Google Shape;99;p3"/>
          <p:cNvSpPr txBox="1"/>
          <p:nvPr/>
        </p:nvSpPr>
        <p:spPr>
          <a:xfrm>
            <a:off x="308719" y="28014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0" name="Google Shape;100;p3"/>
          <p:cNvGrpSpPr/>
          <p:nvPr/>
        </p:nvGrpSpPr>
        <p:grpSpPr>
          <a:xfrm>
            <a:off x="190349" y="2907725"/>
            <a:ext cx="137818" cy="187200"/>
            <a:chOff x="507100" y="1540400"/>
            <a:chExt cx="158375" cy="187200"/>
          </a:xfrm>
        </p:grpSpPr>
        <p:sp>
          <p:nvSpPr>
            <p:cNvPr id="101" name="Google Shape;101;p3"/>
            <p:cNvSpPr/>
            <p:nvPr/>
          </p:nvSpPr>
          <p:spPr>
            <a:xfrm>
              <a:off x="529575" y="15404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507100" y="15598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FF0000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3"/>
          <p:cNvSpPr txBox="1"/>
          <p:nvPr/>
        </p:nvSpPr>
        <p:spPr>
          <a:xfrm>
            <a:off x="290394" y="5399875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IMPACT 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4" name="Google Shape;104;p3"/>
          <p:cNvGrpSpPr/>
          <p:nvPr/>
        </p:nvGrpSpPr>
        <p:grpSpPr>
          <a:xfrm>
            <a:off x="172024" y="5506200"/>
            <a:ext cx="137818" cy="187200"/>
            <a:chOff x="507100" y="1997600"/>
            <a:chExt cx="158375" cy="187200"/>
          </a:xfrm>
        </p:grpSpPr>
        <p:sp>
          <p:nvSpPr>
            <p:cNvPr id="105" name="Google Shape;105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FFFF00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" name="Google Shape;107;p3"/>
          <p:cNvSpPr txBox="1"/>
          <p:nvPr/>
        </p:nvSpPr>
        <p:spPr>
          <a:xfrm>
            <a:off x="-2480800" y="91265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315596" y="7502355"/>
            <a:ext cx="627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KEY INSIGHTS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9" name="Google Shape;109;p3"/>
          <p:cNvGrpSpPr/>
          <p:nvPr/>
        </p:nvGrpSpPr>
        <p:grpSpPr>
          <a:xfrm>
            <a:off x="172024" y="7607808"/>
            <a:ext cx="137818" cy="187200"/>
            <a:chOff x="507100" y="1997600"/>
            <a:chExt cx="158375" cy="187200"/>
          </a:xfrm>
        </p:grpSpPr>
        <p:sp>
          <p:nvSpPr>
            <p:cNvPr id="110" name="Google Shape;110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38761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38761D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" name="Google Shape;112;p3"/>
          <p:cNvSpPr/>
          <p:nvPr>
            <p:ph idx="3" type="pic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3"/>
          <p:cNvSpPr txBox="1"/>
          <p:nvPr/>
        </p:nvSpPr>
        <p:spPr>
          <a:xfrm>
            <a:off x="159875" y="60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b="1" sz="2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1763100" y="4908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3483688" y="403875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3986375" y="71865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3">
  <p:cSld name="CUSTOM_2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118;p4"/>
          <p:cNvCxnSpPr/>
          <p:nvPr/>
        </p:nvCxnSpPr>
        <p:spPr>
          <a:xfrm>
            <a:off x="417963" y="311025"/>
            <a:ext cx="28200" cy="8777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9" name="Google Shape;119;p4"/>
          <p:cNvGrpSpPr/>
          <p:nvPr/>
        </p:nvGrpSpPr>
        <p:grpSpPr>
          <a:xfrm>
            <a:off x="404725" y="1300475"/>
            <a:ext cx="6908400" cy="72025"/>
            <a:chOff x="404725" y="1681475"/>
            <a:chExt cx="6908400" cy="72025"/>
          </a:xfrm>
        </p:grpSpPr>
        <p:cxnSp>
          <p:nvCxnSpPr>
            <p:cNvPr id="120" name="Google Shape;120;p4"/>
            <p:cNvCxnSpPr/>
            <p:nvPr/>
          </p:nvCxnSpPr>
          <p:spPr>
            <a:xfrm flipH="1" rot="10800000">
              <a:off x="404725" y="1681475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" name="Google Shape;121;p4"/>
            <p:cNvCxnSpPr/>
            <p:nvPr/>
          </p:nvCxnSpPr>
          <p:spPr>
            <a:xfrm flipH="1" rot="10800000">
              <a:off x="404725" y="1736700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22" name="Google Shape;122;p4"/>
          <p:cNvCxnSpPr/>
          <p:nvPr/>
        </p:nvCxnSpPr>
        <p:spPr>
          <a:xfrm>
            <a:off x="7326238" y="6225"/>
            <a:ext cx="28200" cy="8777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4"/>
          <p:cNvCxnSpPr/>
          <p:nvPr/>
        </p:nvCxnSpPr>
        <p:spPr>
          <a:xfrm rot="10800000">
            <a:off x="438150" y="3276600"/>
            <a:ext cx="68961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4"/>
          <p:cNvCxnSpPr/>
          <p:nvPr/>
        </p:nvCxnSpPr>
        <p:spPr>
          <a:xfrm>
            <a:off x="3861475" y="3505200"/>
            <a:ext cx="0" cy="5611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5" name="Google Shape;125;p4"/>
          <p:cNvGrpSpPr/>
          <p:nvPr/>
        </p:nvGrpSpPr>
        <p:grpSpPr>
          <a:xfrm>
            <a:off x="417975" y="1504250"/>
            <a:ext cx="2357775" cy="410125"/>
            <a:chOff x="417975" y="1885250"/>
            <a:chExt cx="2357775" cy="410125"/>
          </a:xfrm>
        </p:grpSpPr>
        <p:sp>
          <p:nvSpPr>
            <p:cNvPr id="126" name="Google Shape;126;p4"/>
            <p:cNvSpPr/>
            <p:nvPr/>
          </p:nvSpPr>
          <p:spPr>
            <a:xfrm>
              <a:off x="417975" y="18852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4"/>
            <p:cNvSpPr/>
            <p:nvPr/>
          </p:nvSpPr>
          <p:spPr>
            <a:xfrm rot="10800000">
              <a:off x="2236350" y="18858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446175" y="19053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4"/>
            <p:cNvSpPr/>
            <p:nvPr/>
          </p:nvSpPr>
          <p:spPr>
            <a:xfrm rot="10800000">
              <a:off x="2198100" y="19060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" name="Google Shape;130;p4"/>
          <p:cNvGrpSpPr/>
          <p:nvPr/>
        </p:nvGrpSpPr>
        <p:grpSpPr>
          <a:xfrm>
            <a:off x="417975" y="3276600"/>
            <a:ext cx="2357775" cy="410125"/>
            <a:chOff x="265575" y="3352800"/>
            <a:chExt cx="2357775" cy="410125"/>
          </a:xfrm>
        </p:grpSpPr>
        <p:sp>
          <p:nvSpPr>
            <p:cNvPr id="131" name="Google Shape;131;p4"/>
            <p:cNvSpPr/>
            <p:nvPr/>
          </p:nvSpPr>
          <p:spPr>
            <a:xfrm>
              <a:off x="265575" y="33528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4"/>
            <p:cNvSpPr/>
            <p:nvPr/>
          </p:nvSpPr>
          <p:spPr>
            <a:xfrm rot="10800000">
              <a:off x="2083950" y="33534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4"/>
            <p:cNvSpPr/>
            <p:nvPr/>
          </p:nvSpPr>
          <p:spPr>
            <a:xfrm>
              <a:off x="293775" y="33728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4"/>
            <p:cNvSpPr/>
            <p:nvPr/>
          </p:nvSpPr>
          <p:spPr>
            <a:xfrm rot="10800000">
              <a:off x="2045700" y="337355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" name="Google Shape;135;p4"/>
          <p:cNvGrpSpPr/>
          <p:nvPr/>
        </p:nvGrpSpPr>
        <p:grpSpPr>
          <a:xfrm>
            <a:off x="3872044" y="3276600"/>
            <a:ext cx="2747987" cy="410125"/>
            <a:chOff x="3567313" y="3200400"/>
            <a:chExt cx="2357775" cy="410125"/>
          </a:xfrm>
        </p:grpSpPr>
        <p:sp>
          <p:nvSpPr>
            <p:cNvPr id="136" name="Google Shape;136;p4"/>
            <p:cNvSpPr/>
            <p:nvPr/>
          </p:nvSpPr>
          <p:spPr>
            <a:xfrm>
              <a:off x="3567313" y="32004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4"/>
            <p:cNvSpPr/>
            <p:nvPr/>
          </p:nvSpPr>
          <p:spPr>
            <a:xfrm rot="10800000">
              <a:off x="5385688" y="32010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3595513" y="32204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4"/>
            <p:cNvSpPr/>
            <p:nvPr/>
          </p:nvSpPr>
          <p:spPr>
            <a:xfrm rot="10800000">
              <a:off x="5393639" y="3221150"/>
              <a:ext cx="4734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" name="Google Shape;140;p4"/>
          <p:cNvGrpSpPr/>
          <p:nvPr/>
        </p:nvGrpSpPr>
        <p:grpSpPr>
          <a:xfrm>
            <a:off x="417963" y="6597750"/>
            <a:ext cx="2357775" cy="410125"/>
            <a:chOff x="-39237" y="6140550"/>
            <a:chExt cx="2357775" cy="410125"/>
          </a:xfrm>
        </p:grpSpPr>
        <p:sp>
          <p:nvSpPr>
            <p:cNvPr id="141" name="Google Shape;141;p4"/>
            <p:cNvSpPr/>
            <p:nvPr/>
          </p:nvSpPr>
          <p:spPr>
            <a:xfrm>
              <a:off x="-39237" y="61405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4"/>
            <p:cNvSpPr/>
            <p:nvPr/>
          </p:nvSpPr>
          <p:spPr>
            <a:xfrm rot="10800000">
              <a:off x="1779138" y="61411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-11037" y="61606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4"/>
            <p:cNvSpPr/>
            <p:nvPr/>
          </p:nvSpPr>
          <p:spPr>
            <a:xfrm rot="10800000">
              <a:off x="1740888" y="61613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5" name="Google Shape;145;p4"/>
          <p:cNvSpPr txBox="1"/>
          <p:nvPr/>
        </p:nvSpPr>
        <p:spPr>
          <a:xfrm>
            <a:off x="402100" y="1527525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OVERVIEW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476200" y="3276599"/>
            <a:ext cx="17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PROJECT STATUS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623225" y="6602713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3848750" y="3276600"/>
            <a:ext cx="167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KEY INSIGHTS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413425" y="1939675"/>
            <a:ext cx="6896100" cy="10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438138" y="3915350"/>
            <a:ext cx="3108300" cy="23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438150" y="7050750"/>
            <a:ext cx="3108300" cy="22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3905525" y="4039263"/>
            <a:ext cx="3219000" cy="26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4183575" y="9228125"/>
            <a:ext cx="30867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i="1" sz="11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b="1" sz="2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56" name="Google Shape;156;p4"/>
          <p:cNvSpPr/>
          <p:nvPr>
            <p:ph idx="2" type="pic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4"/>
          <p:cNvSpPr txBox="1"/>
          <p:nvPr/>
        </p:nvSpPr>
        <p:spPr>
          <a:xfrm>
            <a:off x="4007763" y="86954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55">
          <p15:clr>
            <a:srgbClr val="FA7B17"/>
          </p15:clr>
        </p15:guide>
        <p15:guide id="2" orient="horz" pos="2922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4">
  <p:cSld name="CUSTOM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61" name="Google Shape;161;p5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162" name="Google Shape;162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3" name="Google Shape;163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4" name="Google Shape;164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5" name="Google Shape;165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166" name="Google Shape;166;p5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167" name="Google Shape;167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8" name="Google Shape;168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9" name="Google Shape;169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0" name="Google Shape;170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171" name="Google Shape;171;p5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EEEEEE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Overview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432000" y="2620004"/>
            <a:ext cx="1598400" cy="285000"/>
          </a:xfrm>
          <a:prstGeom prst="rect">
            <a:avLst/>
          </a:prstGeom>
          <a:solidFill>
            <a:srgbClr val="DB4437"/>
          </a:solidFill>
          <a:ln cap="flat" cmpd="sng" w="9525">
            <a:solidFill>
              <a:srgbClr val="DB4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432000" y="3615673"/>
            <a:ext cx="1598400" cy="269100"/>
          </a:xfrm>
          <a:prstGeom prst="rect">
            <a:avLst/>
          </a:prstGeom>
          <a:solidFill>
            <a:srgbClr val="F4B400"/>
          </a:solidFill>
          <a:ln cap="flat" cmpd="sng" w="952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Solution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432000" y="4676196"/>
            <a:ext cx="1598400" cy="285000"/>
          </a:xfrm>
          <a:prstGeom prst="rect">
            <a:avLst/>
          </a:prstGeom>
          <a:solidFill>
            <a:srgbClr val="0F9D58"/>
          </a:solidFill>
          <a:ln cap="flat" cmpd="sng" w="9525">
            <a:solidFill>
              <a:srgbClr val="0F9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Details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432000" y="829657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76" name="Google Shape;176;p5"/>
          <p:cNvGrpSpPr/>
          <p:nvPr/>
        </p:nvGrpSpPr>
        <p:grpSpPr>
          <a:xfrm>
            <a:off x="95351" y="8200359"/>
            <a:ext cx="7581691" cy="5901"/>
            <a:chOff x="1890075" y="5241175"/>
            <a:chExt cx="4240556" cy="257700"/>
          </a:xfrm>
        </p:grpSpPr>
        <p:sp>
          <p:nvSpPr>
            <p:cNvPr id="177" name="Google Shape;177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8" name="Google Shape;178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9" name="Google Shape;179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80" name="Google Shape;180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181" name="Google Shape;181;p5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b="1" sz="2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83" name="Google Shape;183;p5"/>
          <p:cNvSpPr/>
          <p:nvPr>
            <p:ph idx="2" type="pic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5"/>
          <p:cNvSpPr txBox="1"/>
          <p:nvPr/>
        </p:nvSpPr>
        <p:spPr>
          <a:xfrm>
            <a:off x="4326325" y="74569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 NOT USE ">
  <p:cSld name="TITLE_2_1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 txBox="1"/>
          <p:nvPr/>
        </p:nvSpPr>
        <p:spPr>
          <a:xfrm>
            <a:off x="3993321" y="9367991"/>
            <a:ext cx="36939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Source:  Lorem ipsum dolor sit amet, consectetur adipiscing elit. Duis non erat sem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7" name="Google Shape;187;p6"/>
          <p:cNvGrpSpPr/>
          <p:nvPr/>
        </p:nvGrpSpPr>
        <p:grpSpPr>
          <a:xfrm>
            <a:off x="-16250" y="9048087"/>
            <a:ext cx="7804900" cy="1072407"/>
            <a:chOff x="-19118" y="4617750"/>
            <a:chExt cx="9182236" cy="548378"/>
          </a:xfrm>
        </p:grpSpPr>
        <p:sp>
          <p:nvSpPr>
            <p:cNvPr id="188" name="Google Shape;188;p6"/>
            <p:cNvSpPr/>
            <p:nvPr/>
          </p:nvSpPr>
          <p:spPr>
            <a:xfrm flipH="1">
              <a:off x="19244" y="4617750"/>
              <a:ext cx="9143874" cy="548378"/>
            </a:xfrm>
            <a:custGeom>
              <a:rect b="b" l="l" r="r" t="t"/>
              <a:pathLst>
                <a:path extrusionOk="0" h="19840" w="367556">
                  <a:moveTo>
                    <a:pt x="0" y="19840"/>
                  </a:moveTo>
                  <a:lnTo>
                    <a:pt x="515" y="0"/>
                  </a:lnTo>
                  <a:lnTo>
                    <a:pt x="367556" y="11270"/>
                  </a:lnTo>
                  <a:lnTo>
                    <a:pt x="367044" y="18698"/>
                  </a:lnTo>
                  <a:close/>
                </a:path>
              </a:pathLst>
            </a:custGeom>
            <a:solidFill>
              <a:srgbClr val="4069DD"/>
            </a:solidFill>
            <a:ln>
              <a:noFill/>
            </a:ln>
          </p:spPr>
        </p:sp>
        <p:sp>
          <p:nvSpPr>
            <p:cNvPr id="189" name="Google Shape;189;p6"/>
            <p:cNvSpPr/>
            <p:nvPr/>
          </p:nvSpPr>
          <p:spPr>
            <a:xfrm flipH="1">
              <a:off x="-19118" y="4677825"/>
              <a:ext cx="4769786" cy="473975"/>
            </a:xfrm>
            <a:custGeom>
              <a:rect b="b" l="l" r="r" t="t"/>
              <a:pathLst>
                <a:path extrusionOk="0" h="18959" w="366343">
                  <a:moveTo>
                    <a:pt x="0" y="18521"/>
                  </a:moveTo>
                  <a:lnTo>
                    <a:pt x="366343" y="0"/>
                  </a:lnTo>
                  <a:lnTo>
                    <a:pt x="366052" y="18959"/>
                  </a:lnTo>
                  <a:close/>
                </a:path>
              </a:pathLst>
            </a:custGeom>
            <a:solidFill>
              <a:srgbClr val="448AFF"/>
            </a:solidFill>
            <a:ln>
              <a:noFill/>
            </a:ln>
          </p:spPr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DO NOT USE">
  <p:cSld name="CUSTOM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1" type="title">
  <p:cSld name="TITLE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oogle Shape;197;p9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198" name="Google Shape;198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99" name="Google Shape;199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0" name="Google Shape;200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1" name="Google Shape;201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202" name="Google Shape;202;p9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203" name="Google Shape;203;p9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204" name="Google Shape;204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5" name="Google Shape;205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6" name="Google Shape;206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7" name="Google Shape;207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cxnSp>
        <p:nvCxnSpPr>
          <p:cNvPr id="208" name="Google Shape;208;p9"/>
          <p:cNvCxnSpPr>
            <a:stCxn id="198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9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10" name="Google Shape;210;p9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11" name="Google Shape;211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2" name="Google Shape;212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13" name="Google Shape;213;p9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14" name="Google Shape;214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5" name="Google Shape;215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16" name="Google Shape;216;p9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217" name="Google Shape;217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8" name="Google Shape;218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219" name="Google Shape;219;p9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20" name="Google Shape;220;p9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21" name="Google Shape;221;p9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grpSp>
        <p:nvGrpSpPr>
          <p:cNvPr id="222" name="Google Shape;222;p9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223" name="Google Shape;223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4" name="Google Shape;224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5" name="Google Shape;225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6" name="Google Shape;226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27" name="Google Shape;227;p9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  <p:grpSp>
        <p:nvGrpSpPr>
          <p:cNvPr id="228" name="Google Shape;228;p9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229" name="Google Shape;229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0" name="Google Shape;230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1" name="Google Shape;231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2" name="Google Shape;232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cxnSp>
        <p:nvCxnSpPr>
          <p:cNvPr id="233" name="Google Shape;233;p9"/>
          <p:cNvCxnSpPr>
            <a:stCxn id="223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" name="Google Shape;234;p9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35" name="Google Shape;235;p9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36" name="Google Shape;236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7" name="Google Shape;237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39" name="Google Shape;239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40" name="Google Shape;240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41" name="Google Shape;241;p9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242" name="Google Shape;242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43" name="Google Shape;243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44" name="Google Shape;244;p9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45" name="Google Shape;245;p9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46" name="Google Shape;246;p9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47" name="Google Shape;247;p9"/>
          <p:cNvSpPr/>
          <p:nvPr>
            <p:ph idx="2" type="pic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2">
  <p:cSld name="TITLE_1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9" name="Google Shape;249;p10"/>
          <p:cNvCxnSpPr>
            <a:stCxn id="250" idx="1"/>
          </p:cNvCxnSpPr>
          <p:nvPr/>
        </p:nvCxnSpPr>
        <p:spPr>
          <a:xfrm>
            <a:off x="3033472" y="937660"/>
            <a:ext cx="15900" cy="6568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51" name="Google Shape;251;p10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252" name="Google Shape;252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3" name="Google Shape;253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4" name="Google Shape;254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5" name="Google Shape;255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56" name="Google Shape;256;p10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257" name="Google Shape;257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8" name="Google Shape;258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9" name="Google Shape;259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60" name="Google Shape;260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261" name="Google Shape;261;p10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cap="flat" cmpd="sng" w="9525">
            <a:solidFill>
              <a:srgbClr val="CFB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B991"/>
              </a:solidFill>
            </a:endParaRPr>
          </a:p>
        </p:txBody>
      </p:sp>
      <p:sp>
        <p:nvSpPr>
          <p:cNvPr id="262" name="Google Shape;262;p10"/>
          <p:cNvSpPr/>
          <p:nvPr>
            <p:ph idx="2" type="pic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0"/>
          <p:cNvSpPr txBox="1"/>
          <p:nvPr/>
        </p:nvSpPr>
        <p:spPr>
          <a:xfrm>
            <a:off x="510050" y="96599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159875" y="7502350"/>
            <a:ext cx="7612200" cy="2379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5" name="Google Shape;265;p10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266" name="Google Shape;266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67" name="Google Shape;267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68" name="Google Shape;268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69" name="Google Shape;269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70" name="Google Shape;270;p10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271" name="Google Shape;271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50" name="Google Shape;250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72" name="Google Shape;272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73" name="Google Shape;273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74" name="Google Shape;274;p10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575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B991"/>
              </a:solidFill>
            </a:endParaRPr>
          </a:p>
        </p:txBody>
      </p:sp>
      <p:sp>
        <p:nvSpPr>
          <p:cNvPr id="275" name="Google Shape;275;p10"/>
          <p:cNvSpPr txBox="1"/>
          <p:nvPr/>
        </p:nvSpPr>
        <p:spPr>
          <a:xfrm>
            <a:off x="290394" y="9345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76" name="Google Shape;276;p10"/>
          <p:cNvGrpSpPr/>
          <p:nvPr/>
        </p:nvGrpSpPr>
        <p:grpSpPr>
          <a:xfrm>
            <a:off x="172024" y="1040825"/>
            <a:ext cx="137818" cy="187200"/>
            <a:chOff x="507100" y="1997600"/>
            <a:chExt cx="158375" cy="187200"/>
          </a:xfrm>
        </p:grpSpPr>
        <p:sp>
          <p:nvSpPr>
            <p:cNvPr id="277" name="Google Shape;277;p10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0000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0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4069DD"/>
            </a:solidFill>
            <a:ln cap="flat" cmpd="sng" w="9525">
              <a:solidFill>
                <a:srgbClr val="4069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9" name="Google Shape;279;p10"/>
          <p:cNvSpPr txBox="1"/>
          <p:nvPr/>
        </p:nvSpPr>
        <p:spPr>
          <a:xfrm>
            <a:off x="308719" y="28014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80" name="Google Shape;280;p10"/>
          <p:cNvGrpSpPr/>
          <p:nvPr/>
        </p:nvGrpSpPr>
        <p:grpSpPr>
          <a:xfrm>
            <a:off x="190349" y="2907725"/>
            <a:ext cx="137818" cy="187200"/>
            <a:chOff x="507100" y="1540400"/>
            <a:chExt cx="158375" cy="187200"/>
          </a:xfrm>
        </p:grpSpPr>
        <p:sp>
          <p:nvSpPr>
            <p:cNvPr id="281" name="Google Shape;281;p10"/>
            <p:cNvSpPr/>
            <p:nvPr/>
          </p:nvSpPr>
          <p:spPr>
            <a:xfrm>
              <a:off x="529575" y="15404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0"/>
            <p:cNvSpPr/>
            <p:nvPr/>
          </p:nvSpPr>
          <p:spPr>
            <a:xfrm>
              <a:off x="507100" y="15598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3" name="Google Shape;283;p10"/>
          <p:cNvSpPr txBox="1"/>
          <p:nvPr/>
        </p:nvSpPr>
        <p:spPr>
          <a:xfrm>
            <a:off x="290394" y="5399875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IMPACT 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84" name="Google Shape;284;p10"/>
          <p:cNvGrpSpPr/>
          <p:nvPr/>
        </p:nvGrpSpPr>
        <p:grpSpPr>
          <a:xfrm>
            <a:off x="172024" y="5506200"/>
            <a:ext cx="137818" cy="187200"/>
            <a:chOff x="507100" y="1997600"/>
            <a:chExt cx="158375" cy="187200"/>
          </a:xfrm>
        </p:grpSpPr>
        <p:sp>
          <p:nvSpPr>
            <p:cNvPr id="285" name="Google Shape;285;p10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4B4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0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7" name="Google Shape;287;p10"/>
          <p:cNvSpPr txBox="1"/>
          <p:nvPr/>
        </p:nvSpPr>
        <p:spPr>
          <a:xfrm>
            <a:off x="-2480800" y="91265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 txBox="1"/>
          <p:nvPr/>
        </p:nvSpPr>
        <p:spPr>
          <a:xfrm>
            <a:off x="315596" y="7502355"/>
            <a:ext cx="627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KEY INSIGHTS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89" name="Google Shape;289;p10"/>
          <p:cNvGrpSpPr/>
          <p:nvPr/>
        </p:nvGrpSpPr>
        <p:grpSpPr>
          <a:xfrm>
            <a:off x="172024" y="7607808"/>
            <a:ext cx="137818" cy="187200"/>
            <a:chOff x="507100" y="1997600"/>
            <a:chExt cx="158375" cy="187200"/>
          </a:xfrm>
        </p:grpSpPr>
        <p:sp>
          <p:nvSpPr>
            <p:cNvPr id="290" name="Google Shape;290;p10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0F9D58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0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2" name="Google Shape;292;p10"/>
          <p:cNvSpPr/>
          <p:nvPr>
            <p:ph idx="3" type="pic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3">
  <p:cSld name="CUSTOM_2_1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4" name="Google Shape;294;p11"/>
          <p:cNvCxnSpPr/>
          <p:nvPr/>
        </p:nvCxnSpPr>
        <p:spPr>
          <a:xfrm>
            <a:off x="400175" y="1369975"/>
            <a:ext cx="0" cy="8693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95" name="Google Shape;295;p11"/>
          <p:cNvGrpSpPr/>
          <p:nvPr/>
        </p:nvGrpSpPr>
        <p:grpSpPr>
          <a:xfrm>
            <a:off x="404725" y="1300475"/>
            <a:ext cx="6908400" cy="72025"/>
            <a:chOff x="404725" y="1681475"/>
            <a:chExt cx="6908400" cy="72025"/>
          </a:xfrm>
        </p:grpSpPr>
        <p:cxnSp>
          <p:nvCxnSpPr>
            <p:cNvPr id="296" name="Google Shape;296;p11"/>
            <p:cNvCxnSpPr/>
            <p:nvPr/>
          </p:nvCxnSpPr>
          <p:spPr>
            <a:xfrm flipH="1" rot="10800000">
              <a:off x="404725" y="1681475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7" name="Google Shape;297;p11"/>
            <p:cNvCxnSpPr/>
            <p:nvPr/>
          </p:nvCxnSpPr>
          <p:spPr>
            <a:xfrm flipH="1" rot="10800000">
              <a:off x="404725" y="1736700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98" name="Google Shape;298;p11"/>
          <p:cNvCxnSpPr/>
          <p:nvPr/>
        </p:nvCxnSpPr>
        <p:spPr>
          <a:xfrm>
            <a:off x="7324850" y="1360450"/>
            <a:ext cx="0" cy="8731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11"/>
          <p:cNvCxnSpPr/>
          <p:nvPr/>
        </p:nvCxnSpPr>
        <p:spPr>
          <a:xfrm rot="10800000">
            <a:off x="438150" y="3276600"/>
            <a:ext cx="68961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" name="Google Shape;300;p11"/>
          <p:cNvCxnSpPr/>
          <p:nvPr/>
        </p:nvCxnSpPr>
        <p:spPr>
          <a:xfrm>
            <a:off x="3861475" y="3505200"/>
            <a:ext cx="0" cy="6576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1" name="Google Shape;301;p11"/>
          <p:cNvGrpSpPr/>
          <p:nvPr/>
        </p:nvGrpSpPr>
        <p:grpSpPr>
          <a:xfrm>
            <a:off x="417975" y="1504250"/>
            <a:ext cx="2357775" cy="410125"/>
            <a:chOff x="417975" y="1885250"/>
            <a:chExt cx="2357775" cy="410125"/>
          </a:xfrm>
        </p:grpSpPr>
        <p:sp>
          <p:nvSpPr>
            <p:cNvPr id="302" name="Google Shape;302;p11"/>
            <p:cNvSpPr/>
            <p:nvPr/>
          </p:nvSpPr>
          <p:spPr>
            <a:xfrm>
              <a:off x="417975" y="18852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1"/>
            <p:cNvSpPr/>
            <p:nvPr/>
          </p:nvSpPr>
          <p:spPr>
            <a:xfrm rot="10800000">
              <a:off x="2236350" y="18858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1"/>
            <p:cNvSpPr/>
            <p:nvPr/>
          </p:nvSpPr>
          <p:spPr>
            <a:xfrm>
              <a:off x="446175" y="19053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1"/>
            <p:cNvSpPr/>
            <p:nvPr/>
          </p:nvSpPr>
          <p:spPr>
            <a:xfrm rot="10800000">
              <a:off x="2198100" y="19060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6" name="Google Shape;306;p11"/>
          <p:cNvGrpSpPr/>
          <p:nvPr/>
        </p:nvGrpSpPr>
        <p:grpSpPr>
          <a:xfrm>
            <a:off x="417975" y="3276600"/>
            <a:ext cx="2357775" cy="410125"/>
            <a:chOff x="265575" y="3352800"/>
            <a:chExt cx="2357775" cy="410125"/>
          </a:xfrm>
        </p:grpSpPr>
        <p:sp>
          <p:nvSpPr>
            <p:cNvPr id="307" name="Google Shape;307;p11"/>
            <p:cNvSpPr/>
            <p:nvPr/>
          </p:nvSpPr>
          <p:spPr>
            <a:xfrm>
              <a:off x="265575" y="33528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1"/>
            <p:cNvSpPr/>
            <p:nvPr/>
          </p:nvSpPr>
          <p:spPr>
            <a:xfrm rot="10800000">
              <a:off x="2083950" y="33534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1"/>
            <p:cNvSpPr/>
            <p:nvPr/>
          </p:nvSpPr>
          <p:spPr>
            <a:xfrm>
              <a:off x="293775" y="33728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1"/>
            <p:cNvSpPr/>
            <p:nvPr/>
          </p:nvSpPr>
          <p:spPr>
            <a:xfrm rot="10800000">
              <a:off x="2045700" y="337355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1" name="Google Shape;311;p11"/>
          <p:cNvGrpSpPr/>
          <p:nvPr/>
        </p:nvGrpSpPr>
        <p:grpSpPr>
          <a:xfrm>
            <a:off x="3872044" y="3276600"/>
            <a:ext cx="2747987" cy="410125"/>
            <a:chOff x="3567313" y="3200400"/>
            <a:chExt cx="2357775" cy="410125"/>
          </a:xfrm>
        </p:grpSpPr>
        <p:sp>
          <p:nvSpPr>
            <p:cNvPr id="312" name="Google Shape;312;p11"/>
            <p:cNvSpPr/>
            <p:nvPr/>
          </p:nvSpPr>
          <p:spPr>
            <a:xfrm>
              <a:off x="3567313" y="32004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1"/>
            <p:cNvSpPr/>
            <p:nvPr/>
          </p:nvSpPr>
          <p:spPr>
            <a:xfrm rot="10800000">
              <a:off x="5385688" y="32010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1"/>
            <p:cNvSpPr/>
            <p:nvPr/>
          </p:nvSpPr>
          <p:spPr>
            <a:xfrm>
              <a:off x="3595513" y="32204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1"/>
            <p:cNvSpPr/>
            <p:nvPr/>
          </p:nvSpPr>
          <p:spPr>
            <a:xfrm rot="10800000">
              <a:off x="5393639" y="3221150"/>
              <a:ext cx="4734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6" name="Google Shape;316;p11"/>
          <p:cNvGrpSpPr/>
          <p:nvPr/>
        </p:nvGrpSpPr>
        <p:grpSpPr>
          <a:xfrm>
            <a:off x="417963" y="6597750"/>
            <a:ext cx="2357775" cy="410125"/>
            <a:chOff x="-39237" y="6140550"/>
            <a:chExt cx="2357775" cy="410125"/>
          </a:xfrm>
        </p:grpSpPr>
        <p:sp>
          <p:nvSpPr>
            <p:cNvPr id="317" name="Google Shape;317;p11"/>
            <p:cNvSpPr/>
            <p:nvPr/>
          </p:nvSpPr>
          <p:spPr>
            <a:xfrm>
              <a:off x="-39237" y="61405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1"/>
            <p:cNvSpPr/>
            <p:nvPr/>
          </p:nvSpPr>
          <p:spPr>
            <a:xfrm rot="10800000">
              <a:off x="1779138" y="61411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1"/>
            <p:cNvSpPr/>
            <p:nvPr/>
          </p:nvSpPr>
          <p:spPr>
            <a:xfrm>
              <a:off x="-11037" y="61606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1"/>
            <p:cNvSpPr/>
            <p:nvPr/>
          </p:nvSpPr>
          <p:spPr>
            <a:xfrm rot="10800000">
              <a:off x="1740888" y="61613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1" name="Google Shape;321;p11"/>
          <p:cNvSpPr txBox="1"/>
          <p:nvPr/>
        </p:nvSpPr>
        <p:spPr>
          <a:xfrm>
            <a:off x="402100" y="1527525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OVERVIEW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2" name="Google Shape;322;p11"/>
          <p:cNvSpPr txBox="1"/>
          <p:nvPr/>
        </p:nvSpPr>
        <p:spPr>
          <a:xfrm>
            <a:off x="476200" y="3276599"/>
            <a:ext cx="17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PROJECT STATUS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3" name="Google Shape;323;p11"/>
          <p:cNvSpPr txBox="1"/>
          <p:nvPr/>
        </p:nvSpPr>
        <p:spPr>
          <a:xfrm>
            <a:off x="623225" y="6602713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4" name="Google Shape;324;p11"/>
          <p:cNvSpPr txBox="1"/>
          <p:nvPr/>
        </p:nvSpPr>
        <p:spPr>
          <a:xfrm>
            <a:off x="3848750" y="3276600"/>
            <a:ext cx="167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KEY INSIGHTS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5" name="Google Shape;325;p11"/>
          <p:cNvSpPr txBox="1"/>
          <p:nvPr/>
        </p:nvSpPr>
        <p:spPr>
          <a:xfrm>
            <a:off x="3905525" y="4039263"/>
            <a:ext cx="3219000" cy="26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6" name="Google Shape;326;p11"/>
          <p:cNvSpPr txBox="1"/>
          <p:nvPr/>
        </p:nvSpPr>
        <p:spPr>
          <a:xfrm>
            <a:off x="4183575" y="9228125"/>
            <a:ext cx="30867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i="1" sz="11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7" name="Google Shape;327;p11"/>
          <p:cNvSpPr/>
          <p:nvPr>
            <p:ph idx="2" type="pic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extLst>
    <p:ext uri="{DCECCB84-F9BA-43D5-87BE-67443E8EF086}">
      <p15:sldGuideLst>
        <p15:guide id="1" pos="255">
          <p15:clr>
            <a:srgbClr val="FA7B17"/>
          </p15:clr>
        </p15:guide>
        <p15:guide id="2" orient="horz" pos="2922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4">
  <p:cSld name="CUSTOM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2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331" name="Google Shape;331;p12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332" name="Google Shape;332;p1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3" name="Google Shape;333;p1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4" name="Google Shape;334;p1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5" name="Google Shape;335;p1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336" name="Google Shape;336;p12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337" name="Google Shape;337;p1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8" name="Google Shape;338;p1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9" name="Google Shape;339;p1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0" name="Google Shape;340;p1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341" name="Google Shape;341;p12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EEEEEE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Overview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432000" y="2620004"/>
            <a:ext cx="1598400" cy="285000"/>
          </a:xfrm>
          <a:prstGeom prst="rect">
            <a:avLst/>
          </a:prstGeom>
          <a:solidFill>
            <a:srgbClr val="DB4437"/>
          </a:solidFill>
          <a:ln cap="flat" cmpd="sng" w="9525">
            <a:solidFill>
              <a:srgbClr val="DB4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432000" y="3615673"/>
            <a:ext cx="1598400" cy="269100"/>
          </a:xfrm>
          <a:prstGeom prst="rect">
            <a:avLst/>
          </a:prstGeom>
          <a:solidFill>
            <a:srgbClr val="F4B400"/>
          </a:solidFill>
          <a:ln cap="flat" cmpd="sng" w="952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Solution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432000" y="4676196"/>
            <a:ext cx="1598400" cy="285000"/>
          </a:xfrm>
          <a:prstGeom prst="rect">
            <a:avLst/>
          </a:prstGeom>
          <a:solidFill>
            <a:srgbClr val="0F9D58"/>
          </a:solidFill>
          <a:ln cap="flat" cmpd="sng" w="9525">
            <a:solidFill>
              <a:srgbClr val="0F9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Details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432000" y="829657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346" name="Google Shape;346;p12"/>
          <p:cNvGrpSpPr/>
          <p:nvPr/>
        </p:nvGrpSpPr>
        <p:grpSpPr>
          <a:xfrm>
            <a:off x="95351" y="8200359"/>
            <a:ext cx="7581691" cy="5901"/>
            <a:chOff x="1890075" y="5241175"/>
            <a:chExt cx="4240556" cy="257700"/>
          </a:xfrm>
        </p:grpSpPr>
        <p:sp>
          <p:nvSpPr>
            <p:cNvPr id="347" name="Google Shape;347;p1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8" name="Google Shape;348;p1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9" name="Google Shape;349;p1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50" name="Google Shape;350;p1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351" name="Google Shape;351;p12"/>
          <p:cNvSpPr/>
          <p:nvPr>
            <p:ph idx="2" type="pic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">
  <p:cSld name="CUSTOM_1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5">
  <p:cSld name="CUSTOM_2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4" name="Google Shape;354;p14"/>
          <p:cNvCxnSpPr/>
          <p:nvPr/>
        </p:nvCxnSpPr>
        <p:spPr>
          <a:xfrm>
            <a:off x="3049395" y="1359111"/>
            <a:ext cx="0" cy="5924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" name="Google Shape;355;p14"/>
          <p:cNvCxnSpPr>
            <a:stCxn id="356" idx="0"/>
          </p:cNvCxnSpPr>
          <p:nvPr/>
        </p:nvCxnSpPr>
        <p:spPr>
          <a:xfrm flipH="1">
            <a:off x="172020" y="1360808"/>
            <a:ext cx="18300" cy="9187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57" name="Google Shape;357;p14"/>
          <p:cNvGrpSpPr/>
          <p:nvPr/>
        </p:nvGrpSpPr>
        <p:grpSpPr>
          <a:xfrm>
            <a:off x="190320" y="1357857"/>
            <a:ext cx="7581691" cy="5901"/>
            <a:chOff x="1890075" y="5241175"/>
            <a:chExt cx="4240556" cy="257700"/>
          </a:xfrm>
        </p:grpSpPr>
        <p:sp>
          <p:nvSpPr>
            <p:cNvPr id="356" name="Google Shape;356;p14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58" name="Google Shape;358;p14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59" name="Google Shape;359;p14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0" name="Google Shape;360;p14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361" name="Google Shape;361;p14"/>
          <p:cNvGrpSpPr/>
          <p:nvPr/>
        </p:nvGrpSpPr>
        <p:grpSpPr>
          <a:xfrm>
            <a:off x="190320" y="1388959"/>
            <a:ext cx="7581691" cy="5901"/>
            <a:chOff x="1890075" y="5241175"/>
            <a:chExt cx="4240556" cy="257700"/>
          </a:xfrm>
        </p:grpSpPr>
        <p:sp>
          <p:nvSpPr>
            <p:cNvPr id="362" name="Google Shape;362;p14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3" name="Google Shape;363;p14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4" name="Google Shape;364;p14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5" name="Google Shape;365;p14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366" name="Google Shape;366;p14"/>
          <p:cNvSpPr txBox="1"/>
          <p:nvPr/>
        </p:nvSpPr>
        <p:spPr>
          <a:xfrm>
            <a:off x="490594" y="15441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67" name="Google Shape;367;p14"/>
          <p:cNvGrpSpPr/>
          <p:nvPr/>
        </p:nvGrpSpPr>
        <p:grpSpPr>
          <a:xfrm>
            <a:off x="372224" y="1650425"/>
            <a:ext cx="137818" cy="187200"/>
            <a:chOff x="507100" y="1997600"/>
            <a:chExt cx="158375" cy="187200"/>
          </a:xfrm>
        </p:grpSpPr>
        <p:sp>
          <p:nvSpPr>
            <p:cNvPr id="368" name="Google Shape;368;p1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1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0" name="Google Shape;370;p14"/>
          <p:cNvSpPr txBox="1"/>
          <p:nvPr/>
        </p:nvSpPr>
        <p:spPr>
          <a:xfrm>
            <a:off x="3314919" y="15441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71" name="Google Shape;371;p14"/>
          <p:cNvGrpSpPr/>
          <p:nvPr/>
        </p:nvGrpSpPr>
        <p:grpSpPr>
          <a:xfrm>
            <a:off x="3196549" y="1650425"/>
            <a:ext cx="137818" cy="187200"/>
            <a:chOff x="507100" y="1997600"/>
            <a:chExt cx="158375" cy="187200"/>
          </a:xfrm>
        </p:grpSpPr>
        <p:sp>
          <p:nvSpPr>
            <p:cNvPr id="372" name="Google Shape;372;p1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4" name="Google Shape;374;p14"/>
          <p:cNvSpPr txBox="1"/>
          <p:nvPr/>
        </p:nvSpPr>
        <p:spPr>
          <a:xfrm>
            <a:off x="3314919" y="43673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KEY INSIGHTS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75" name="Google Shape;375;p14"/>
          <p:cNvGrpSpPr/>
          <p:nvPr/>
        </p:nvGrpSpPr>
        <p:grpSpPr>
          <a:xfrm>
            <a:off x="3196549" y="4473625"/>
            <a:ext cx="137818" cy="187200"/>
            <a:chOff x="507100" y="1997600"/>
            <a:chExt cx="158375" cy="187200"/>
          </a:xfrm>
        </p:grpSpPr>
        <p:sp>
          <p:nvSpPr>
            <p:cNvPr id="376" name="Google Shape;376;p1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1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8" name="Google Shape;378;p14"/>
          <p:cNvGrpSpPr/>
          <p:nvPr/>
        </p:nvGrpSpPr>
        <p:grpSpPr>
          <a:xfrm>
            <a:off x="172050" y="5100163"/>
            <a:ext cx="2852450" cy="4958106"/>
            <a:chOff x="404700" y="4541500"/>
            <a:chExt cx="2852450" cy="5007177"/>
          </a:xfrm>
        </p:grpSpPr>
        <p:sp>
          <p:nvSpPr>
            <p:cNvPr id="379" name="Google Shape;379;p14"/>
            <p:cNvSpPr/>
            <p:nvPr/>
          </p:nvSpPr>
          <p:spPr>
            <a:xfrm>
              <a:off x="404700" y="4574122"/>
              <a:ext cx="2758200" cy="49338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4"/>
            <p:cNvSpPr/>
            <p:nvPr/>
          </p:nvSpPr>
          <p:spPr>
            <a:xfrm>
              <a:off x="452450" y="4614877"/>
              <a:ext cx="2804700" cy="4933800"/>
            </a:xfrm>
            <a:prstGeom prst="rect">
              <a:avLst/>
            </a:prstGeom>
            <a:solidFill>
              <a:srgbClr val="CCCCCC"/>
            </a:solidFill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4"/>
            <p:cNvSpPr txBox="1"/>
            <p:nvPr/>
          </p:nvSpPr>
          <p:spPr>
            <a:xfrm>
              <a:off x="643125" y="4541500"/>
              <a:ext cx="25959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latin typeface="Work Sans"/>
                  <a:ea typeface="Work Sans"/>
                  <a:cs typeface="Work Sans"/>
                  <a:sym typeface="Work Sans"/>
                </a:rPr>
                <a:t>IMPACT</a:t>
              </a:r>
              <a:endParaRPr sz="150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82" name="Google Shape;382;p14"/>
            <p:cNvSpPr/>
            <p:nvPr/>
          </p:nvSpPr>
          <p:spPr>
            <a:xfrm>
              <a:off x="529575" y="4663612"/>
              <a:ext cx="135900" cy="2004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14"/>
            <p:cNvSpPr/>
            <p:nvPr/>
          </p:nvSpPr>
          <p:spPr>
            <a:xfrm>
              <a:off x="507100" y="4684392"/>
              <a:ext cx="135900" cy="1569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4" name="Google Shape;384;p14"/>
          <p:cNvSpPr txBox="1"/>
          <p:nvPr/>
        </p:nvSpPr>
        <p:spPr>
          <a:xfrm>
            <a:off x="190350" y="11200"/>
            <a:ext cx="7290900" cy="771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85" name="Google Shape;385;p14"/>
          <p:cNvSpPr txBox="1"/>
          <p:nvPr/>
        </p:nvSpPr>
        <p:spPr>
          <a:xfrm>
            <a:off x="2226300" y="513400"/>
            <a:ext cx="321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386" name="Google Shape;386;p14"/>
          <p:cNvSpPr/>
          <p:nvPr>
            <p:ph idx="2" type="pic"/>
          </p:nvPr>
        </p:nvSpPr>
        <p:spPr>
          <a:xfrm>
            <a:off x="4467025" y="5862300"/>
            <a:ext cx="3006900" cy="204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6">
  <p:cSld name="CUSTOM_2_2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5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390" name="Google Shape;390;p15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391" name="Google Shape;391;p1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2" name="Google Shape;392;p1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3" name="Google Shape;393;p1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4" name="Google Shape;394;p1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395" name="Google Shape;395;p15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396" name="Google Shape;396;p1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7" name="Google Shape;397;p1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8" name="Google Shape;398;p1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9" name="Google Shape;399;p1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400" name="Google Shape;400;p15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Overview 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432000" y="3153404"/>
            <a:ext cx="1598400" cy="285000"/>
          </a:xfrm>
          <a:prstGeom prst="rect">
            <a:avLst/>
          </a:prstGeom>
          <a:solidFill>
            <a:srgbClr val="DB4437"/>
          </a:solidFill>
          <a:ln cap="flat" cmpd="sng" w="9525">
            <a:solidFill>
              <a:srgbClr val="DB4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Objective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432000" y="4904796"/>
            <a:ext cx="1598400" cy="285000"/>
          </a:xfrm>
          <a:prstGeom prst="rect">
            <a:avLst/>
          </a:prstGeom>
          <a:solidFill>
            <a:srgbClr val="F4B400"/>
          </a:solidFill>
          <a:ln cap="flat" cmpd="sng" w="952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Results 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432000" y="8144170"/>
            <a:ext cx="1598400" cy="269100"/>
          </a:xfrm>
          <a:prstGeom prst="rect">
            <a:avLst/>
          </a:prstGeom>
          <a:solidFill>
            <a:srgbClr val="0F9D58"/>
          </a:solidFill>
          <a:ln cap="flat" cmpd="sng" w="9525">
            <a:solidFill>
              <a:srgbClr val="0F9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404" name="Google Shape;404;p15"/>
          <p:cNvGrpSpPr/>
          <p:nvPr/>
        </p:nvGrpSpPr>
        <p:grpSpPr>
          <a:xfrm>
            <a:off x="95351" y="7971759"/>
            <a:ext cx="7581691" cy="5901"/>
            <a:chOff x="1890075" y="5241175"/>
            <a:chExt cx="4240556" cy="257700"/>
          </a:xfrm>
        </p:grpSpPr>
        <p:sp>
          <p:nvSpPr>
            <p:cNvPr id="405" name="Google Shape;405;p1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06" name="Google Shape;406;p1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07" name="Google Shape;407;p1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08" name="Google Shape;408;p1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409" name="Google Shape;409;p15"/>
          <p:cNvSpPr/>
          <p:nvPr>
            <p:ph idx="2" type="pic"/>
          </p:nvPr>
        </p:nvSpPr>
        <p:spPr>
          <a:xfrm>
            <a:off x="4467025" y="5862300"/>
            <a:ext cx="3006900" cy="204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SemiBold"/>
              <a:buNone/>
              <a:defRPr sz="2800">
                <a:solidFill>
                  <a:schemeClr val="dk1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Char char="●"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247350" y="1195375"/>
            <a:ext cx="449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SemiBold"/>
              <a:buNone/>
              <a:defRPr sz="2800">
                <a:solidFill>
                  <a:schemeClr val="dk1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8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Char char="●"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194" name="Google Shape;194;p8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5" name="Google Shape;195;p8"/>
          <p:cNvSpPr txBox="1"/>
          <p:nvPr/>
        </p:nvSpPr>
        <p:spPr>
          <a:xfrm>
            <a:off x="3247350" y="1195375"/>
            <a:ext cx="449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6"/>
          <p:cNvSpPr txBox="1"/>
          <p:nvPr/>
        </p:nvSpPr>
        <p:spPr>
          <a:xfrm>
            <a:off x="2278075" y="1481675"/>
            <a:ext cx="5225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Google Sans"/>
                <a:ea typeface="Google Sans"/>
                <a:cs typeface="Google Sans"/>
                <a:sym typeface="Google Sans"/>
              </a:rPr>
              <a:t>Considering ultimate goal to study churn models, a dataset was collected from last month. It needed to be stored in a dataframe, cleaned and prepared for further analysis. Also reviewing the dataset suggests a summarized description and recognizing consistency in the data</a:t>
            </a:r>
            <a:endParaRPr sz="12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15" name="Google Shape;415;p16"/>
          <p:cNvSpPr txBox="1"/>
          <p:nvPr/>
        </p:nvSpPr>
        <p:spPr>
          <a:xfrm>
            <a:off x="188700" y="481000"/>
            <a:ext cx="7410000" cy="955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Google Sans SemiBold"/>
                <a:ea typeface="Google Sans SemiBold"/>
                <a:cs typeface="Google Sans SemiBold"/>
                <a:sym typeface="Google Sans SemiBold"/>
              </a:rPr>
              <a:t>Title: </a:t>
            </a:r>
            <a:r>
              <a:rPr lang="en" sz="1600">
                <a:latin typeface="Google Sans"/>
                <a:ea typeface="Google Sans"/>
                <a:cs typeface="Google Sans"/>
                <a:sym typeface="Google Sans"/>
              </a:rPr>
              <a:t>Churn Prediction ML Model</a:t>
            </a:r>
            <a:endParaRPr sz="16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Google Sans"/>
                <a:ea typeface="Google Sans"/>
                <a:cs typeface="Google Sans"/>
                <a:sym typeface="Google Sans"/>
              </a:rPr>
              <a:t>Stage:</a:t>
            </a:r>
            <a:r>
              <a:rPr lang="en" sz="1600">
                <a:latin typeface="Google Sans"/>
                <a:ea typeface="Google Sans"/>
                <a:cs typeface="Google Sans"/>
                <a:sym typeface="Google Sans"/>
              </a:rPr>
              <a:t> Data Preparation for Exploratory Data Analysis (EDA)</a:t>
            </a:r>
            <a:endParaRPr sz="16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Google Sans"/>
                <a:ea typeface="Google Sans"/>
                <a:cs typeface="Google Sans"/>
                <a:sym typeface="Google Sans"/>
              </a:rPr>
              <a:t>Executive</a:t>
            </a:r>
            <a:r>
              <a:rPr lang="en" sz="1600">
                <a:latin typeface="Google Sans"/>
                <a:ea typeface="Google Sans"/>
                <a:cs typeface="Google Sans"/>
                <a:sym typeface="Google Sans"/>
              </a:rPr>
              <a:t> summary prepared for Waze leadership team</a:t>
            </a:r>
            <a:endParaRPr sz="16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16" name="Google Shape;416;p16"/>
          <p:cNvSpPr txBox="1"/>
          <p:nvPr/>
        </p:nvSpPr>
        <p:spPr>
          <a:xfrm>
            <a:off x="2278075" y="2565700"/>
            <a:ext cx="511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Google Sans"/>
                <a:ea typeface="Google Sans"/>
                <a:cs typeface="Google Sans"/>
                <a:sym typeface="Google Sans"/>
              </a:rPr>
              <a:t>Missing values, dtypes, summarized statistics needed to be handled in order to make sure current data is unbiased, reliable, and viable for project goal.</a:t>
            </a:r>
            <a:endParaRPr sz="12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17" name="Google Shape;417;p16"/>
          <p:cNvSpPr txBox="1"/>
          <p:nvPr/>
        </p:nvSpPr>
        <p:spPr>
          <a:xfrm>
            <a:off x="2332975" y="3465225"/>
            <a:ext cx="5115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Google Sans"/>
                <a:ea typeface="Google Sans"/>
                <a:cs typeface="Google Sans"/>
                <a:sym typeface="Google Sans"/>
              </a:rPr>
              <a:t>Only missing values were in the target variable, i.e. </a:t>
            </a:r>
            <a:r>
              <a:rPr lang="en" sz="12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label</a:t>
            </a:r>
            <a:r>
              <a:rPr lang="en" sz="1200">
                <a:latin typeface="Google Sans"/>
                <a:ea typeface="Google Sans"/>
                <a:cs typeface="Google Sans"/>
                <a:sym typeface="Google Sans"/>
              </a:rPr>
              <a:t>. It turned out missing values have no significant factor on other variables, and may contain no further information. Also other variables effect on label was briefly studied.</a:t>
            </a:r>
            <a:endParaRPr sz="12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18" name="Google Shape;418;p16"/>
          <p:cNvSpPr txBox="1"/>
          <p:nvPr/>
        </p:nvSpPr>
        <p:spPr>
          <a:xfrm>
            <a:off x="425575" y="5105900"/>
            <a:ext cx="70779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The dataset contains 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</a:rPr>
              <a:t>82% of retained users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and 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</a:rPr>
              <a:t>18% churned users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.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</a:rPr>
              <a:t>There are 700 missing values.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All of them were in label column. Summarized statistics show that entries with missing label behave almost the same as non-null ones.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</a:rPr>
              <a:t>Median() 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helped us to ignore possible outliers and compare behavior among groups.</a:t>
            </a:r>
            <a:endParaRPr i="1"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</a:rPr>
              <a:t>Churned users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have 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</a:rPr>
              <a:t>significant less driving days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, with 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</a:rPr>
              <a:t>way more km_per_day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and 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</a:rPr>
              <a:t>drive_per_day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. This suggests, either the data is biased toward professional drivers, or we do have pro drivers not likely to use Waze steadily.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</a:rPr>
              <a:t>iPhone/Android using rate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is </a:t>
            </a:r>
            <a:r>
              <a:rPr i="1" lang="en" sz="1200">
                <a:solidFill>
                  <a:schemeClr val="dk1"/>
                </a:solidFill>
                <a:highlight>
                  <a:srgbClr val="FFFFFF"/>
                </a:highlight>
              </a:rPr>
              <a:t>almost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empirically independent of churn rate. Therefore, Churn rate is not different between iPhone &amp; Android users. Based on different grouping, 64% of users are on iPhone.</a:t>
            </a:r>
            <a:endParaRPr sz="12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19" name="Google Shape;419;p16"/>
          <p:cNvSpPr txBox="1"/>
          <p:nvPr/>
        </p:nvSpPr>
        <p:spPr>
          <a:xfrm>
            <a:off x="2100225" y="8134375"/>
            <a:ext cx="5650800" cy="16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Collected data of churns should be revisited to check 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possible 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biases.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Therefore, more variables may be needed for better insight: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Google Sans"/>
              <a:buAutoNum type="alphaLcPeriod"/>
            </a:pPr>
            <a:r>
              <a:rPr lang="en" sz="11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Job title</a:t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Google Sans"/>
              <a:buAutoNum type="alphaLcPeriod"/>
            </a:pPr>
            <a:r>
              <a:rPr lang="en" sz="11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Vehicle type</a:t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Google Sans"/>
              <a:buAutoNum type="alphaLcPeriod"/>
            </a:pPr>
            <a:r>
              <a:rPr lang="en" sz="11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Time, start and destination (to address intracity drives and general drive intentions)</a:t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Google Sans"/>
              <a:buAutoNum type="alphaLcPeriod"/>
            </a:pPr>
            <a:r>
              <a:rPr lang="en" sz="11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Average velocity in each drive</a:t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Google Sans"/>
              <a:buAutoNum type="arabicPeriod"/>
            </a:pPr>
            <a:r>
              <a:rPr lang="en" sz="11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Dataset is ready for EDA.</a:t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7"/>
          <p:cNvSpPr txBox="1"/>
          <p:nvPr/>
        </p:nvSpPr>
        <p:spPr>
          <a:xfrm>
            <a:off x="188700" y="1533300"/>
            <a:ext cx="36975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1375">
                <a:latin typeface="Google Sans SemiBold"/>
                <a:ea typeface="Google Sans SemiBold"/>
                <a:cs typeface="Google Sans SemiBold"/>
                <a:sym typeface="Google Sans SemiBold"/>
              </a:rPr>
              <a:t>Project Overview</a:t>
            </a:r>
            <a:endParaRPr sz="1375">
              <a:solidFill>
                <a:srgbClr val="000000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425" name="Google Shape;425;p17"/>
          <p:cNvSpPr txBox="1"/>
          <p:nvPr/>
        </p:nvSpPr>
        <p:spPr>
          <a:xfrm>
            <a:off x="287625" y="1859125"/>
            <a:ext cx="730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26" name="Google Shape;426;p17"/>
          <p:cNvSpPr/>
          <p:nvPr>
            <p:ph idx="2" type="pic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</p:spPr>
      </p:sp>
      <p:sp>
        <p:nvSpPr>
          <p:cNvPr id="427" name="Google Shape;427;p17"/>
          <p:cNvSpPr txBox="1"/>
          <p:nvPr/>
        </p:nvSpPr>
        <p:spPr>
          <a:xfrm>
            <a:off x="4583375" y="5956025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28" name="Google Shape;428;p17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29" name="Google Shape;429;p17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30" name="Google Shape;430;p17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"/>
          <p:cNvSpPr/>
          <p:nvPr>
            <p:ph idx="2" type="pic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</p:spPr>
      </p:sp>
      <p:sp>
        <p:nvSpPr>
          <p:cNvPr id="436" name="Google Shape;436;p18"/>
          <p:cNvSpPr/>
          <p:nvPr>
            <p:ph idx="3" type="pic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</p:spPr>
      </p:sp>
      <p:sp>
        <p:nvSpPr>
          <p:cNvPr id="437" name="Google Shape;437;p18"/>
          <p:cNvSpPr txBox="1"/>
          <p:nvPr/>
        </p:nvSpPr>
        <p:spPr>
          <a:xfrm>
            <a:off x="3986375" y="71865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8" name="Google Shape;438;p18"/>
          <p:cNvSpPr txBox="1"/>
          <p:nvPr/>
        </p:nvSpPr>
        <p:spPr>
          <a:xfrm>
            <a:off x="3552100" y="4052775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39" name="Google Shape;439;p18"/>
          <p:cNvGrpSpPr/>
          <p:nvPr/>
        </p:nvGrpSpPr>
        <p:grpSpPr>
          <a:xfrm>
            <a:off x="176650" y="131675"/>
            <a:ext cx="5190000" cy="771300"/>
            <a:chOff x="188700" y="665125"/>
            <a:chExt cx="5190000" cy="771300"/>
          </a:xfrm>
        </p:grpSpPr>
        <p:sp>
          <p:nvSpPr>
            <p:cNvPr id="440" name="Google Shape;440;p18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41" name="Google Shape;441;p18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9"/>
          <p:cNvSpPr/>
          <p:nvPr>
            <p:ph idx="2" type="pic"/>
          </p:nvPr>
        </p:nvSpPr>
        <p:spPr>
          <a:xfrm>
            <a:off x="4467025" y="5862300"/>
            <a:ext cx="3006900" cy="2044800"/>
          </a:xfrm>
          <a:prstGeom prst="rect">
            <a:avLst/>
          </a:prstGeom>
        </p:spPr>
      </p:sp>
      <p:sp>
        <p:nvSpPr>
          <p:cNvPr id="447" name="Google Shape;447;p19"/>
          <p:cNvSpPr txBox="1"/>
          <p:nvPr/>
        </p:nvSpPr>
        <p:spPr>
          <a:xfrm>
            <a:off x="4467025" y="80247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48" name="Google Shape;448;p19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49" name="Google Shape;449;p19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50" name="Google Shape;450;p19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0"/>
          <p:cNvSpPr/>
          <p:nvPr>
            <p:ph idx="2" type="pic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</p:spPr>
      </p:sp>
      <p:grpSp>
        <p:nvGrpSpPr>
          <p:cNvPr id="456" name="Google Shape;456;p20"/>
          <p:cNvGrpSpPr/>
          <p:nvPr/>
        </p:nvGrpSpPr>
        <p:grpSpPr>
          <a:xfrm>
            <a:off x="404725" y="508525"/>
            <a:ext cx="5190000" cy="771300"/>
            <a:chOff x="188700" y="665125"/>
            <a:chExt cx="5190000" cy="771300"/>
          </a:xfrm>
        </p:grpSpPr>
        <p:sp>
          <p:nvSpPr>
            <p:cNvPr id="457" name="Google Shape;457;p20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58" name="Google Shape;458;p20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1"/>
          <p:cNvSpPr txBox="1"/>
          <p:nvPr/>
        </p:nvSpPr>
        <p:spPr>
          <a:xfrm>
            <a:off x="4467025" y="6764100"/>
            <a:ext cx="30069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4" name="Google Shape;464;p21"/>
          <p:cNvSpPr/>
          <p:nvPr>
            <p:ph idx="2" type="pic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</p:spPr>
      </p:sp>
      <p:grpSp>
        <p:nvGrpSpPr>
          <p:cNvPr id="465" name="Google Shape;465;p21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66" name="Google Shape;466;p21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67" name="Google Shape;467;p21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2" name="Google Shape;472;p22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73" name="Google Shape;473;p22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Title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74" name="Google Shape;474;p22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